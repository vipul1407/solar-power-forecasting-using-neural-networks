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handoutMasterIdLst>
    <p:handoutMasterId r:id="rId17"/>
  </p:handoutMasterIdLst>
  <p:sldIdLst>
    <p:sldId id="292" r:id="rId5"/>
    <p:sldId id="299" r:id="rId6"/>
    <p:sldId id="261" r:id="rId7"/>
    <p:sldId id="293" r:id="rId8"/>
    <p:sldId id="303" r:id="rId9"/>
    <p:sldId id="302" r:id="rId10"/>
    <p:sldId id="304" r:id="rId11"/>
    <p:sldId id="305" r:id="rId12"/>
    <p:sldId id="306" r:id="rId13"/>
    <p:sldId id="307" r:id="rId14"/>
    <p:sldId id="289"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4400"/>
    <a:srgbClr val="446992"/>
    <a:srgbClr val="AEC2D8"/>
    <a:srgbClr val="98432A"/>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89" autoAdjust="0"/>
    <p:restoredTop sz="94839" autoAdjust="0"/>
  </p:normalViewPr>
  <p:slideViewPr>
    <p:cSldViewPr snapToGrid="0" showGuides="1">
      <p:cViewPr varScale="1">
        <p:scale>
          <a:sx n="80" d="100"/>
          <a:sy n="80" d="100"/>
        </p:scale>
        <p:origin x="648" y="62"/>
      </p:cViewPr>
      <p:guideLst>
        <p:guide orient="horz" pos="1536"/>
        <p:guide pos="312"/>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11/19/2025</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0D2594CA-29C5-062F-2EA7-C593B096C6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9" name="Slide Image Placeholder 8">
            <a:extLst>
              <a:ext uri="{FF2B5EF4-FFF2-40B4-BE49-F238E27FC236}">
                <a16:creationId xmlns:a16="http://schemas.microsoft.com/office/drawing/2014/main" id="{E04BB896-BA64-B358-A066-15B96D23BC8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a:extLst>
              <a:ext uri="{FF2B5EF4-FFF2-40B4-BE49-F238E27FC236}">
                <a16:creationId xmlns:a16="http://schemas.microsoft.com/office/drawing/2014/main" id="{5EFA2818-7747-F326-294F-EEAC9BEF6EB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11" name="Date Placeholder 10">
            <a:extLst>
              <a:ext uri="{FF2B5EF4-FFF2-40B4-BE49-F238E27FC236}">
                <a16:creationId xmlns:a16="http://schemas.microsoft.com/office/drawing/2014/main" id="{6B76E0F0-B7F9-756A-3EA4-2114B75370E5}"/>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CF20C-6BCC-41A4-8C16-5A346425718D}" type="datetimeFigureOut">
              <a:rPr lang="en-US" smtClean="0"/>
              <a:t>11/19/2025</a:t>
            </a:fld>
            <a:endParaRPr lang="en-US" dirty="0"/>
          </a:p>
        </p:txBody>
      </p:sp>
      <p:sp>
        <p:nvSpPr>
          <p:cNvPr id="12" name="Notes Placeholder 11">
            <a:extLst>
              <a:ext uri="{FF2B5EF4-FFF2-40B4-BE49-F238E27FC236}">
                <a16:creationId xmlns:a16="http://schemas.microsoft.com/office/drawing/2014/main" id="{5161C21F-108C-0F07-CDDD-AFB8DDBF694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507CBA7-2A1E-725E-35DA-D1CFF08EC633}"/>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0679C-80C7-4E7D-9614-ABA41C5B2858}" type="slidenum">
              <a:rPr lang="en-US" smtClean="0"/>
              <a:t>‹#›</a:t>
            </a:fld>
            <a:endParaRPr lang="en-US" dirty="0"/>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681593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4</a:t>
            </a:fld>
            <a:endParaRPr lang="en-US" altLang="zh-CN" noProof="0" dirty="0"/>
          </a:p>
        </p:txBody>
      </p:sp>
    </p:spTree>
    <p:extLst>
      <p:ext uri="{BB962C8B-B14F-4D97-AF65-F5344CB8AC3E}">
        <p14:creationId xmlns:p14="http://schemas.microsoft.com/office/powerpoint/2010/main" val="20938003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11</a:t>
            </a:fld>
            <a:endParaRPr lang="en-US" altLang="zh-CN" noProof="0" dirty="0"/>
          </a:p>
        </p:txBody>
      </p:sp>
    </p:spTree>
    <p:extLst>
      <p:ext uri="{BB962C8B-B14F-4D97-AF65-F5344CB8AC3E}">
        <p14:creationId xmlns:p14="http://schemas.microsoft.com/office/powerpoint/2010/main" val="11818200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6"/>
        </a:solidFill>
        <a:effectLst/>
      </p:bgPr>
    </p:bg>
    <p:spTree>
      <p:nvGrpSpPr>
        <p:cNvPr id="1" name=""/>
        <p:cNvGrpSpPr/>
        <p:nvPr/>
      </p:nvGrpSpPr>
      <p:grpSpPr>
        <a:xfrm>
          <a:off x="0" y="0"/>
          <a:ext cx="0" cy="0"/>
          <a:chOff x="0" y="0"/>
          <a:chExt cx="0" cy="0"/>
        </a:xfrm>
      </p:grpSpPr>
      <p:pic>
        <p:nvPicPr>
          <p:cNvPr id="13" name="Shape 33">
            <a:extLst>
              <a:ext uri="{FF2B5EF4-FFF2-40B4-BE49-F238E27FC236}">
                <a16:creationId xmlns:a16="http://schemas.microsoft.com/office/drawing/2014/main" id="{4D81E37E-7366-D88D-83B8-BBA577CA462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2" name="Shape 31">
            <a:extLst>
              <a:ext uri="{FF2B5EF4-FFF2-40B4-BE49-F238E27FC236}">
                <a16:creationId xmlns:a16="http://schemas.microsoft.com/office/drawing/2014/main" id="{A2E096B7-3B4F-355B-58E5-41784AC8BE29}"/>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a:ext>
            </a:extLst>
          </a:blip>
          <a:srcRect t="2555" b="2555"/>
          <a:stretch>
            <a:fillRect/>
          </a:stretch>
        </p:blipFill>
        <p:spPr>
          <a:xfrm>
            <a:off x="6284315" y="398445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4292" y="731520"/>
            <a:ext cx="5029200" cy="3291840"/>
          </a:xfrm>
        </p:spPr>
        <p:txBody>
          <a:bodyPr anchor="b">
            <a:normAutofit/>
          </a:bodyPr>
          <a:lstStyle>
            <a:lvl1pPr>
              <a:defRPr sz="4800"/>
            </a:lvl1p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168533"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0894" y="4172084"/>
            <a:ext cx="4912598" cy="914400"/>
          </a:xfrm>
          <a:prstGeom prst="rect">
            <a:avLst/>
          </a:prstGeom>
        </p:spPr>
        <p:txBody>
          <a:bodyPr>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914400" y="3429000"/>
            <a:ext cx="4206240" cy="2377440"/>
          </a:xfrm>
        </p:spPr>
        <p:txBody>
          <a:bodyPr anchor="t">
            <a:noAutofit/>
          </a:bodyPr>
          <a:lstStyle>
            <a:lvl1pPr>
              <a:defRPr sz="3600"/>
            </a:lvl1pPr>
          </a:lstStyle>
          <a:p>
            <a:r>
              <a:rPr lang="en-US" noProof="0"/>
              <a:t>Click to edit Master title style</a:t>
            </a:r>
            <a:endParaRPr lang="en-US" noProof="0" dirty="0"/>
          </a:p>
        </p:txBody>
      </p:sp>
      <p:sp>
        <p:nvSpPr>
          <p:cNvPr id="6" name="Content Placeholder 4">
            <a:extLst>
              <a:ext uri="{FF2B5EF4-FFF2-40B4-BE49-F238E27FC236}">
                <a16:creationId xmlns:a16="http://schemas.microsoft.com/office/drawing/2014/main" id="{73CCCCFD-E0FE-BDB7-CF9D-FCA345E6BA55}"/>
              </a:ext>
            </a:extLst>
          </p:cNvPr>
          <p:cNvSpPr>
            <a:spLocks noGrp="1"/>
          </p:cNvSpPr>
          <p:nvPr>
            <p:ph sz="quarter" idx="35"/>
          </p:nvPr>
        </p:nvSpPr>
        <p:spPr>
          <a:xfrm>
            <a:off x="5394325" y="3429000"/>
            <a:ext cx="3475038" cy="2378075"/>
          </a:xfrm>
        </p:spPr>
        <p:txBody>
          <a:bodyPr anchor="ctr"/>
          <a:lstStyle>
            <a:lvl1pPr marL="347472">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p:txBody>
          <a:bodyPr/>
          <a:lstStyle/>
          <a:p>
            <a:endParaRPr lang="en-US" noProof="0"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p:txBody>
          <a:bodyPr/>
          <a:lstStyle/>
          <a:p>
            <a:fld id="{47FEACEE-25B4-4A2D-B147-27296E36371D}" type="slidenum">
              <a:rPr lang="en-US" altLang="zh-CN" noProof="0" smtClean="0"/>
              <a:pPr/>
              <a:t>‹#›</a:t>
            </a:fld>
            <a:endParaRPr lang="en-US" altLang="zh-CN" noProof="0" dirty="0"/>
          </a:p>
        </p:txBody>
      </p:sp>
      <p:sp>
        <p:nvSpPr>
          <p:cNvPr id="8" name="Freeform 7">
            <a:extLst>
              <a:ext uri="{FF2B5EF4-FFF2-40B4-BE49-F238E27FC236}">
                <a16:creationId xmlns:a16="http://schemas.microsoft.com/office/drawing/2014/main" id="{24C8F37E-3F74-F3FA-C9D8-7083DF2BBECC}"/>
              </a:ext>
            </a:extLst>
          </p:cNvPr>
          <p:cNvSpPr/>
          <p:nvPr userDrawn="1"/>
        </p:nvSpPr>
        <p:spPr>
          <a:xfrm>
            <a:off x="7325349"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FB905CE6-1C2F-E053-4D14-6B86F4EFDC10}"/>
              </a:ext>
            </a:extLst>
          </p:cNvPr>
          <p:cNvSpPr/>
          <p:nvPr userDrawn="1"/>
        </p:nvSpPr>
        <p:spPr>
          <a:xfrm>
            <a:off x="9416816"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0B2D3BF4-495E-23C2-9911-15BC9E0D8EA7}"/>
              </a:ext>
            </a:extLst>
          </p:cNvPr>
          <p:cNvSpPr/>
          <p:nvPr userDrawn="1"/>
        </p:nvSpPr>
        <p:spPr>
          <a:xfrm>
            <a:off x="1571157" y="505838"/>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8" name="Freeform 17">
            <a:extLst>
              <a:ext uri="{FF2B5EF4-FFF2-40B4-BE49-F238E27FC236}">
                <a16:creationId xmlns:a16="http://schemas.microsoft.com/office/drawing/2014/main" id="{62629C19-89EB-BC19-9230-7F7675E16EFF}"/>
              </a:ext>
            </a:extLst>
          </p:cNvPr>
          <p:cNvSpPr/>
          <p:nvPr userDrawn="1"/>
        </p:nvSpPr>
        <p:spPr>
          <a:xfrm>
            <a:off x="521034"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143481105"/>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5998464" y="731520"/>
            <a:ext cx="5029200" cy="3291840"/>
          </a:xfrm>
        </p:spPr>
        <p:txBody>
          <a:bodyPr anchor="b">
            <a:normAutofit/>
          </a:bodyPr>
          <a:lstStyle/>
          <a:p>
            <a:r>
              <a:rPr lang="en-US" noProof="0"/>
              <a:t>Click to edit Master title style</a:t>
            </a:r>
            <a:endParaRPr lang="en-US" noProof="0" dirty="0"/>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6117336" y="4172084"/>
            <a:ext cx="4910328" cy="1005840"/>
          </a:xfrm>
          <a:prstGeom prst="rect">
            <a:avLst/>
          </a:prstGeom>
        </p:spPr>
        <p:txBody>
          <a:bodyPr>
            <a:normAutofit/>
          </a:bodyPr>
          <a:lstStyle>
            <a:lvl1pPr marL="0" indent="0">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2" name="Freeform: Shape 5">
            <a:extLst>
              <a:ext uri="{FF2B5EF4-FFF2-40B4-BE49-F238E27FC236}">
                <a16:creationId xmlns:a16="http://schemas.microsoft.com/office/drawing/2014/main" id="{B17C1EC9-3787-8D41-B5F1-BF16FD5C7ACB}"/>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4" name="Freeform: Shape 6">
            <a:extLst>
              <a:ext uri="{FF2B5EF4-FFF2-40B4-BE49-F238E27FC236}">
                <a16:creationId xmlns:a16="http://schemas.microsoft.com/office/drawing/2014/main" id="{E945D8B2-8BED-B43F-8D56-AB19D0D29970}"/>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noProof="0" dirty="0"/>
          </a:p>
        </p:txBody>
      </p:sp>
      <p:sp>
        <p:nvSpPr>
          <p:cNvPr id="5" name="Freeform: Shape 7">
            <a:extLst>
              <a:ext uri="{FF2B5EF4-FFF2-40B4-BE49-F238E27FC236}">
                <a16:creationId xmlns:a16="http://schemas.microsoft.com/office/drawing/2014/main" id="{3853EA5E-735A-20F3-684A-C0AD030EC2D4}"/>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6" name="Freeform: Shape 11">
            <a:extLst>
              <a:ext uri="{FF2B5EF4-FFF2-40B4-BE49-F238E27FC236}">
                <a16:creationId xmlns:a16="http://schemas.microsoft.com/office/drawing/2014/main" id="{75DB4848-0824-8316-ED27-44DF37AD6F3D}"/>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7" name="Straight Connector 2">
            <a:extLst>
              <a:ext uri="{FF2B5EF4-FFF2-40B4-BE49-F238E27FC236}">
                <a16:creationId xmlns:a16="http://schemas.microsoft.com/office/drawing/2014/main" id="{8784B377-2FE4-4091-C29F-46938ECFA73E}"/>
              </a:ext>
            </a:extLst>
          </p:cNvPr>
          <p:cNvCxnSpPr/>
          <p:nvPr userDrawn="1"/>
        </p:nvCxnSpPr>
        <p:spPr>
          <a:xfrm>
            <a:off x="5998709" y="4172084"/>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2612047778"/>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01">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E820F9CA-E84D-E159-524A-398712EC6AFE}"/>
              </a:ext>
            </a:extLst>
          </p:cNvPr>
          <p:cNvGrpSpPr/>
          <p:nvPr userDrawn="1"/>
        </p:nvGrpSpPr>
        <p:grpSpPr>
          <a:xfrm>
            <a:off x="879765" y="-10376"/>
            <a:ext cx="10794247" cy="1864808"/>
            <a:chOff x="879765" y="-10376"/>
            <a:chExt cx="10794247" cy="1864808"/>
          </a:xfrm>
        </p:grpSpPr>
        <p:sp>
          <p:nvSpPr>
            <p:cNvPr id="12" name="Freeform: Shape 12">
              <a:extLst>
                <a:ext uri="{FF2B5EF4-FFF2-40B4-BE49-F238E27FC236}">
                  <a16:creationId xmlns:a16="http://schemas.microsoft.com/office/drawing/2014/main" id="{7674207A-3643-0D40-E3B5-F11FCACBAA74}"/>
                </a:ext>
              </a:extLst>
            </p:cNvPr>
            <p:cNvSpPr/>
            <p:nvPr/>
          </p:nvSpPr>
          <p:spPr>
            <a:xfrm>
              <a:off x="8893126"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7" name="Freeform: Shape 12">
              <a:extLst>
                <a:ext uri="{FF2B5EF4-FFF2-40B4-BE49-F238E27FC236}">
                  <a16:creationId xmlns:a16="http://schemas.microsoft.com/office/drawing/2014/main" id="{9619B847-88FE-63C2-96AC-161C08F5934F}"/>
                </a:ext>
              </a:extLst>
            </p:cNvPr>
            <p:cNvSpPr/>
            <p:nvPr/>
          </p:nvSpPr>
          <p:spPr>
            <a:xfrm>
              <a:off x="5985740" y="345168"/>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8" name="Freeform 6">
              <a:extLst>
                <a:ext uri="{FF2B5EF4-FFF2-40B4-BE49-F238E27FC236}">
                  <a16:creationId xmlns:a16="http://schemas.microsoft.com/office/drawing/2014/main" id="{228172F9-6711-D31B-2F7B-A4ECDEAB360C}"/>
                </a:ext>
              </a:extLst>
            </p:cNvPr>
            <p:cNvSpPr/>
            <p:nvPr/>
          </p:nvSpPr>
          <p:spPr>
            <a:xfrm>
              <a:off x="5255120"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7">
              <a:extLst>
                <a:ext uri="{FF2B5EF4-FFF2-40B4-BE49-F238E27FC236}">
                  <a16:creationId xmlns:a16="http://schemas.microsoft.com/office/drawing/2014/main" id="{1732E38F-F657-48F0-5783-63C7EDB52F87}"/>
                </a:ext>
              </a:extLst>
            </p:cNvPr>
            <p:cNvSpPr/>
            <p:nvPr/>
          </p:nvSpPr>
          <p:spPr>
            <a:xfrm>
              <a:off x="6710252"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601F8F38-CEFA-8374-19C9-69BA4F7D10DF}"/>
                </a:ext>
              </a:extLst>
            </p:cNvPr>
            <p:cNvSpPr/>
            <p:nvPr/>
          </p:nvSpPr>
          <p:spPr>
            <a:xfrm>
              <a:off x="1610385"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1" name="Freeform 9">
              <a:extLst>
                <a:ext uri="{FF2B5EF4-FFF2-40B4-BE49-F238E27FC236}">
                  <a16:creationId xmlns:a16="http://schemas.microsoft.com/office/drawing/2014/main" id="{0659428E-002A-3B5E-D9E8-A2B206826D40}"/>
                </a:ext>
              </a:extLst>
            </p:cNvPr>
            <p:cNvSpPr/>
            <p:nvPr/>
          </p:nvSpPr>
          <p:spPr>
            <a:xfrm>
              <a:off x="879765"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F3F6BB30-EA63-53B6-1493-0B0220BC1FF8}"/>
                </a:ext>
              </a:extLst>
            </p:cNvPr>
            <p:cNvSpPr/>
            <p:nvPr/>
          </p:nvSpPr>
          <p:spPr>
            <a:xfrm>
              <a:off x="2336512"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3B6E5B6F-28D6-E7F3-B009-0B5623E38F22}"/>
                </a:ext>
              </a:extLst>
            </p:cNvPr>
            <p:cNvSpPr/>
            <p:nvPr/>
          </p:nvSpPr>
          <p:spPr>
            <a:xfrm>
              <a:off x="8160084"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4817D92F-B8AA-2300-DC90-9AA1D5E54408}"/>
                </a:ext>
              </a:extLst>
            </p:cNvPr>
            <p:cNvSpPr/>
            <p:nvPr/>
          </p:nvSpPr>
          <p:spPr>
            <a:xfrm>
              <a:off x="9615216"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2">
              <a:extLst>
                <a:ext uri="{FF2B5EF4-FFF2-40B4-BE49-F238E27FC236}">
                  <a16:creationId xmlns:a16="http://schemas.microsoft.com/office/drawing/2014/main" id="{F40AC1C2-6632-AEFE-E7DF-2E1BB06D857A}"/>
                </a:ext>
              </a:extLst>
            </p:cNvPr>
            <p:cNvSpPr/>
            <p:nvPr/>
          </p:nvSpPr>
          <p:spPr>
            <a:xfrm>
              <a:off x="10342958" y="32052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grpSp>
      <p:sp>
        <p:nvSpPr>
          <p:cNvPr id="2" name="Title 1"/>
          <p:cNvSpPr>
            <a:spLocks noGrp="1"/>
          </p:cNvSpPr>
          <p:nvPr>
            <p:ph type="title"/>
          </p:nvPr>
        </p:nvSpPr>
        <p:spPr>
          <a:xfrm>
            <a:off x="914400" y="2487168"/>
            <a:ext cx="4572000" cy="3383280"/>
          </a:xfrm>
        </p:spPr>
        <p:txBody>
          <a:bodyPr anchor="t">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6217920" y="2487168"/>
            <a:ext cx="5029200" cy="338328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453787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with image">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3000" y="3200400"/>
            <a:ext cx="5029200" cy="2743200"/>
          </a:xfrm>
        </p:spPr>
        <p:txBody>
          <a:bodyPr anchor="t">
            <a:normAutofit/>
          </a:bodyPr>
          <a:lstStyle>
            <a:lvl1pPr>
              <a:defRPr sz="4800"/>
            </a:lvl1pPr>
          </a:lstStyle>
          <a:p>
            <a:r>
              <a:rPr lang="en-US" noProof="0"/>
              <a:t>Click to edit Master title style</a:t>
            </a:r>
            <a:endParaRPr lang="en-US" noProof="0" dirty="0"/>
          </a:p>
        </p:txBody>
      </p:sp>
      <p:pic>
        <p:nvPicPr>
          <p:cNvPr id="10" name="Picture Placeholder 31">
            <a:extLst>
              <a:ext uri="{FF2B5EF4-FFF2-40B4-BE49-F238E27FC236}">
                <a16:creationId xmlns:a16="http://schemas.microsoft.com/office/drawing/2014/main" id="{373D33A6-83B0-5538-2873-8856E4E60DC0}"/>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accent5">
              <a:alpha val="30000"/>
            </a:schemeClr>
          </a:solidFill>
        </p:spPr>
      </p:pic>
      <p:sp>
        <p:nvSpPr>
          <p:cNvPr id="7" name="Content placeholder 47">
            <a:extLst>
              <a:ext uri="{FF2B5EF4-FFF2-40B4-BE49-F238E27FC236}">
                <a16:creationId xmlns:a16="http://schemas.microsoft.com/office/drawing/2014/main" id="{3944D979-8121-82AA-A130-38072F1EA83F}"/>
              </a:ext>
            </a:extLst>
          </p:cNvPr>
          <p:cNvSpPr>
            <a:spLocks noGrp="1"/>
          </p:cNvSpPr>
          <p:nvPr>
            <p:ph type="pic" sz="quarter" idx="47" hasCustomPrompt="1"/>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1872" y="2240280"/>
            <a:ext cx="5029200" cy="760288"/>
          </a:xfrm>
          <a:prstGeom prst="rect">
            <a:avLst/>
          </a:prstGeom>
        </p:spPr>
        <p:txBody>
          <a:bodyPr anchor="b">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5" name="Freeform: Shape 25">
            <a:extLst>
              <a:ext uri="{FF2B5EF4-FFF2-40B4-BE49-F238E27FC236}">
                <a16:creationId xmlns:a16="http://schemas.microsoft.com/office/drawing/2014/main" id="{8A1DBD66-3066-DF70-EF94-95DF0D7A6503}"/>
              </a:ext>
            </a:extLst>
          </p:cNvPr>
          <p:cNvSpPr/>
          <p:nvPr userDrawn="1"/>
        </p:nvSpPr>
        <p:spPr>
          <a:xfrm flipH="1">
            <a:off x="7400972" y="4594440"/>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Freeform: Shape 11">
            <a:extLst>
              <a:ext uri="{FF2B5EF4-FFF2-40B4-BE49-F238E27FC236}">
                <a16:creationId xmlns:a16="http://schemas.microsoft.com/office/drawing/2014/main" id="{D2CC929C-40BF-4EF5-7910-7F657CAF8CA9}"/>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9" name="Straight Connector 2">
            <a:extLst>
              <a:ext uri="{FF2B5EF4-FFF2-40B4-BE49-F238E27FC236}">
                <a16:creationId xmlns:a16="http://schemas.microsoft.com/office/drawing/2014/main" id="{66E94398-47F0-267C-6791-5C30B1CEF496}"/>
              </a:ext>
            </a:extLst>
          </p:cNvPr>
          <p:cNvCxnSpPr/>
          <p:nvPr userDrawn="1"/>
        </p:nvCxnSpPr>
        <p:spPr>
          <a:xfrm>
            <a:off x="1142663" y="2282891"/>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777926280"/>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914400" y="731520"/>
            <a:ext cx="4663440" cy="1737360"/>
          </a:xfrm>
          <a:prstGeom prst="rect">
            <a:avLst/>
          </a:prstGeom>
        </p:spPr>
        <p:txBody>
          <a:bodyPr vert="horz" lIns="91440" tIns="45720" rIns="91440" bIns="45720" rtlCol="0"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3E7A93C-2947-B6E4-C693-7C485DDC0135}"/>
              </a:ext>
            </a:extLst>
          </p:cNvPr>
          <p:cNvSpPr>
            <a:spLocks noGrp="1"/>
          </p:cNvSpPr>
          <p:nvPr>
            <p:ph idx="1"/>
          </p:nvPr>
        </p:nvSpPr>
        <p:spPr>
          <a:xfrm>
            <a:off x="5852160" y="731520"/>
            <a:ext cx="5486400" cy="17373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E8A3F288-990F-014E-F099-1E3091477CA7}"/>
              </a:ext>
            </a:extLst>
          </p:cNvPr>
          <p:cNvSpPr>
            <a:spLocks noGrp="1"/>
          </p:cNvSpPr>
          <p:nvPr>
            <p:ph idx="30"/>
          </p:nvPr>
        </p:nvSpPr>
        <p:spPr>
          <a:xfrm>
            <a:off x="914400" y="2743200"/>
            <a:ext cx="8348472" cy="337413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p>
            <a:endParaRPr lang="en-US" noProof="0"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914400" y="731520"/>
            <a:ext cx="3931920" cy="2103120"/>
          </a:xfrm>
        </p:spPr>
        <p:txBody>
          <a:bodyPr anchor="b">
            <a:normAutofit/>
          </a:bodyPr>
          <a:lstStyle>
            <a:lvl1pPr>
              <a:defRPr sz="36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2317990C-ED42-30BE-0501-F9C5B4A48B73}"/>
              </a:ext>
            </a:extLst>
          </p:cNvPr>
          <p:cNvSpPr>
            <a:spLocks noGrp="1"/>
          </p:cNvSpPr>
          <p:nvPr>
            <p:ph idx="1"/>
          </p:nvPr>
        </p:nvSpPr>
        <p:spPr>
          <a:xfrm>
            <a:off x="914400" y="3108960"/>
            <a:ext cx="3931920" cy="26517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a:extLst>
              <a:ext uri="{FF2B5EF4-FFF2-40B4-BE49-F238E27FC236}">
                <a16:creationId xmlns:a16="http://schemas.microsoft.com/office/drawing/2014/main" id="{4AC62875-1B1B-E814-6549-162A8DBF8929}"/>
              </a:ext>
            </a:extLst>
          </p:cNvPr>
          <p:cNvSpPr>
            <a:spLocks noGrp="1"/>
          </p:cNvSpPr>
          <p:nvPr>
            <p:ph type="pic" sz="quarter" idx="54"/>
          </p:nvPr>
        </p:nvSpPr>
        <p:spPr>
          <a:xfrm>
            <a:off x="5745002" y="0"/>
            <a:ext cx="6446999" cy="6858000"/>
          </a:xfrm>
          <a:custGeom>
            <a:avLst/>
            <a:gdLst>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close/>
              </a:path>
            </a:pathLst>
          </a:custGeom>
        </p:spPr>
        <p:txBody>
          <a:bodyPr wrap="square" anchor="ctr">
            <a:noAutofit/>
          </a:bodyPr>
          <a:lstStyle>
            <a:lvl1pPr marL="0" indent="0">
              <a:buNone/>
              <a:defRPr sz="1600"/>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p>
            <a:endParaRPr lang="en-US" noProof="0"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userDrawn="1"/>
        </p:nvSpPr>
        <p:spPr>
          <a:xfrm>
            <a:off x="5203802" y="480395"/>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rgbClr val="F7D952"/>
              </a:solidFill>
              <a:effectLst/>
              <a:uLnTx/>
              <a:uFillTx/>
              <a:latin typeface="Posterama Text SemiBold"/>
              <a:ea typeface="+mn-ea"/>
              <a:cs typeface="+mn-cs"/>
            </a:endParaRPr>
          </a:p>
        </p:txBody>
      </p:sp>
    </p:spTree>
    <p:extLst>
      <p:ext uri="{BB962C8B-B14F-4D97-AF65-F5344CB8AC3E}">
        <p14:creationId xmlns:p14="http://schemas.microsoft.com/office/powerpoint/2010/main" val="4161259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12BFFCE7-C68B-4904-8795-9589C3F38FD4}"/>
              </a:ext>
            </a:extLst>
          </p:cNvPr>
          <p:cNvSpPr/>
          <p:nvPr userDrawn="1"/>
        </p:nvSpPr>
        <p:spPr>
          <a:xfrm>
            <a:off x="636161" y="5854024"/>
            <a:ext cx="2330137" cy="708120"/>
          </a:xfrm>
          <a:prstGeom prst="rect">
            <a:avLst/>
          </a:prstGeom>
          <a:solidFill>
            <a:srgbClr val="0F2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2" name="Freeform: Shape 19">
            <a:extLst>
              <a:ext uri="{FF2B5EF4-FFF2-40B4-BE49-F238E27FC236}">
                <a16:creationId xmlns:a16="http://schemas.microsoft.com/office/drawing/2014/main" id="{9D307BA6-8A60-85D7-CC8B-894256DC4B90}"/>
              </a:ext>
            </a:extLst>
          </p:cNvPr>
          <p:cNvSpPr/>
          <p:nvPr userDrawn="1"/>
        </p:nvSpPr>
        <p:spPr>
          <a:xfrm>
            <a:off x="8517470" y="2248218"/>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7" name="Freeform: Shape 19">
            <a:extLst>
              <a:ext uri="{FF2B5EF4-FFF2-40B4-BE49-F238E27FC236}">
                <a16:creationId xmlns:a16="http://schemas.microsoft.com/office/drawing/2014/main" id="{F38B75F8-75D4-4B41-B7C7-433032DD0A6F}"/>
              </a:ext>
            </a:extLst>
          </p:cNvPr>
          <p:cNvSpPr/>
          <p:nvPr userDrawn="1"/>
        </p:nvSpPr>
        <p:spPr>
          <a:xfrm>
            <a:off x="9578882" y="460803"/>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8" name="Freeform: Shape 24">
            <a:extLst>
              <a:ext uri="{FF2B5EF4-FFF2-40B4-BE49-F238E27FC236}">
                <a16:creationId xmlns:a16="http://schemas.microsoft.com/office/drawing/2014/main" id="{671D1224-EDDC-4900-92DC-13608D44C524}"/>
              </a:ext>
            </a:extLst>
          </p:cNvPr>
          <p:cNvSpPr/>
          <p:nvPr userDrawn="1"/>
        </p:nvSpPr>
        <p:spPr>
          <a:xfrm>
            <a:off x="9522496"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5" name="Freeform 14">
            <a:extLst>
              <a:ext uri="{FF2B5EF4-FFF2-40B4-BE49-F238E27FC236}">
                <a16:creationId xmlns:a16="http://schemas.microsoft.com/office/drawing/2014/main" id="{635A9E44-4E60-1AD1-0B85-72422683B48A}"/>
              </a:ext>
            </a:extLst>
          </p:cNvPr>
          <p:cNvSpPr/>
          <p:nvPr userDrawn="1"/>
        </p:nvSpPr>
        <p:spPr>
          <a:xfrm>
            <a:off x="11034052" y="3709992"/>
            <a:ext cx="117318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914400" y="1060704"/>
            <a:ext cx="7132320" cy="1773936"/>
          </a:xfrm>
        </p:spPr>
        <p:txBody>
          <a:bodyPr anchor="b">
            <a:normAutofit/>
          </a:bodyPr>
          <a:lstStyle>
            <a:lvl1pPr>
              <a:defRPr sz="3600"/>
            </a:lvl1pPr>
          </a:lstStyle>
          <a:p>
            <a:r>
              <a:rPr lang="en-US" noProof="0"/>
              <a:t>Click to edit Master title style</a:t>
            </a:r>
            <a:endParaRPr lang="en-US" noProof="0" dirty="0"/>
          </a:p>
        </p:txBody>
      </p:sp>
      <p:sp>
        <p:nvSpPr>
          <p:cNvPr id="3" name="Content Placeholder 2">
            <a:extLst>
              <a:ext uri="{FF2B5EF4-FFF2-40B4-BE49-F238E27FC236}">
                <a16:creationId xmlns:a16="http://schemas.microsoft.com/office/drawing/2014/main" id="{E3E34C76-4814-6AFA-CEFD-F82B9ED9BB1D}"/>
              </a:ext>
            </a:extLst>
          </p:cNvPr>
          <p:cNvSpPr>
            <a:spLocks noGrp="1"/>
          </p:cNvSpPr>
          <p:nvPr>
            <p:ph idx="1"/>
          </p:nvPr>
        </p:nvSpPr>
        <p:spPr>
          <a:xfrm>
            <a:off x="91440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a:extLst>
              <a:ext uri="{FF2B5EF4-FFF2-40B4-BE49-F238E27FC236}">
                <a16:creationId xmlns:a16="http://schemas.microsoft.com/office/drawing/2014/main" id="{D42F254A-B4C7-D072-FEB9-22F9A2B0CA64}"/>
              </a:ext>
            </a:extLst>
          </p:cNvPr>
          <p:cNvSpPr>
            <a:spLocks noGrp="1"/>
          </p:cNvSpPr>
          <p:nvPr>
            <p:ph idx="56"/>
          </p:nvPr>
        </p:nvSpPr>
        <p:spPr>
          <a:xfrm>
            <a:off x="475488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Footer Placeholder 8">
            <a:extLst>
              <a:ext uri="{FF2B5EF4-FFF2-40B4-BE49-F238E27FC236}">
                <a16:creationId xmlns:a16="http://schemas.microsoft.com/office/drawing/2014/main" id="{85DBF4DF-D0B4-1DA6-0271-5D4033A9C19C}"/>
              </a:ext>
            </a:extLst>
          </p:cNvPr>
          <p:cNvSpPr>
            <a:spLocks noGrp="1"/>
          </p:cNvSpPr>
          <p:nvPr>
            <p:ph type="ftr" sz="quarter" idx="57"/>
          </p:nvPr>
        </p:nvSpPr>
        <p:spPr/>
        <p:txBody>
          <a:bodyPr/>
          <a:lstStyle/>
          <a:p>
            <a:endParaRPr lang="en-US" noProof="0" dirty="0"/>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613646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 name="Content placeholder 47">
            <a:extLst>
              <a:ext uri="{FF2B5EF4-FFF2-40B4-BE49-F238E27FC236}">
                <a16:creationId xmlns:a16="http://schemas.microsoft.com/office/drawing/2014/main" id="{117BCD91-6BBA-AACD-3424-C3A4E5C1AB1D}"/>
              </a:ext>
            </a:extLst>
          </p:cNvPr>
          <p:cNvSpPr>
            <a:spLocks noGrp="1" noChangeAspect="1"/>
          </p:cNvSpPr>
          <p:nvPr>
            <p:ph type="pic" sz="quarter" idx="48"/>
          </p:nvPr>
        </p:nvSpPr>
        <p:spPr>
          <a:xfrm>
            <a:off x="914400" y="539496"/>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a:t>Click icon to add picture</a:t>
            </a:r>
            <a:endParaRPr lang="en-US" altLang="zh-CN" noProof="0" dirty="0"/>
          </a:p>
        </p:txBody>
      </p:sp>
      <p:pic>
        <p:nvPicPr>
          <p:cNvPr id="7" name="Shape 33">
            <a:extLst>
              <a:ext uri="{FF2B5EF4-FFF2-40B4-BE49-F238E27FC236}">
                <a16:creationId xmlns:a16="http://schemas.microsoft.com/office/drawing/2014/main" id="{78B6A20E-2402-E586-7E92-A2C0D0B854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352010" y="4038403"/>
            <a:ext cx="1438713" cy="1645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Freeform: Shape 11">
            <a:extLst>
              <a:ext uri="{FF2B5EF4-FFF2-40B4-BE49-F238E27FC236}">
                <a16:creationId xmlns:a16="http://schemas.microsoft.com/office/drawing/2014/main" id="{20E24AA2-A4D8-FFB3-C801-0E57990B8CB6}"/>
              </a:ext>
            </a:extLst>
          </p:cNvPr>
          <p:cNvSpPr/>
          <p:nvPr userDrawn="1"/>
        </p:nvSpPr>
        <p:spPr>
          <a:xfrm>
            <a:off x="1360235" y="5541405"/>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1">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9" name="Freeform: Shape 5">
            <a:extLst>
              <a:ext uri="{FF2B5EF4-FFF2-40B4-BE49-F238E27FC236}">
                <a16:creationId xmlns:a16="http://schemas.microsoft.com/office/drawing/2014/main" id="{1FEC53F3-5030-5BCF-54CA-ABB14457C073}"/>
              </a:ext>
            </a:extLst>
          </p:cNvPr>
          <p:cNvSpPr/>
          <p:nvPr userDrawn="1"/>
        </p:nvSpPr>
        <p:spPr>
          <a:xfrm>
            <a:off x="5429027" y="393334"/>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Tree>
    <p:extLst>
      <p:ext uri="{BB962C8B-B14F-4D97-AF65-F5344CB8AC3E}">
        <p14:creationId xmlns:p14="http://schemas.microsoft.com/office/powerpoint/2010/main" val="3407711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86721E85-C7DE-A05F-D33D-97CAF161E33A}"/>
              </a:ext>
            </a:extLst>
          </p:cNvPr>
          <p:cNvSpPr/>
          <p:nvPr userDrawn="1"/>
        </p:nvSpPr>
        <p:spPr>
          <a:xfrm>
            <a:off x="0" y="2860787"/>
            <a:ext cx="2004570" cy="3676532"/>
          </a:xfrm>
          <a:custGeom>
            <a:avLst/>
            <a:gdLst>
              <a:gd name="connsiteX0" fmla="*/ 417538 w 2004570"/>
              <a:gd name="connsiteY0" fmla="*/ 0 h 3676532"/>
              <a:gd name="connsiteX1" fmla="*/ 2004570 w 2004570"/>
              <a:gd name="connsiteY1" fmla="*/ 925683 h 3676532"/>
              <a:gd name="connsiteX2" fmla="*/ 2004570 w 2004570"/>
              <a:gd name="connsiteY2" fmla="*/ 2763949 h 3676532"/>
              <a:gd name="connsiteX3" fmla="*/ 413202 w 2004570"/>
              <a:gd name="connsiteY3" fmla="*/ 3676532 h 3676532"/>
              <a:gd name="connsiteX4" fmla="*/ 0 w 2004570"/>
              <a:gd name="connsiteY4" fmla="*/ 3439338 h 3676532"/>
              <a:gd name="connsiteX5" fmla="*/ 0 w 2004570"/>
              <a:gd name="connsiteY5" fmla="*/ 24107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4570" h="3676532">
                <a:moveTo>
                  <a:pt x="417538" y="0"/>
                </a:moveTo>
                <a:lnTo>
                  <a:pt x="2004570" y="925683"/>
                </a:lnTo>
                <a:lnTo>
                  <a:pt x="2004570" y="2763949"/>
                </a:lnTo>
                <a:lnTo>
                  <a:pt x="413202" y="3676532"/>
                </a:lnTo>
                <a:lnTo>
                  <a:pt x="0" y="3439338"/>
                </a:lnTo>
                <a:lnTo>
                  <a:pt x="0" y="241075"/>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657773" y="5253270"/>
            <a:ext cx="1710765" cy="1621875"/>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275432"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3465576" y="1499616"/>
            <a:ext cx="7955280" cy="1335024"/>
          </a:xfrm>
        </p:spPr>
        <p:txBody>
          <a:bodyPr anchor="b">
            <a:normAutofit/>
          </a:bodyPr>
          <a:lstStyle>
            <a:lvl1pPr>
              <a:defRPr sz="3600"/>
            </a:lvl1pPr>
          </a:lstStyle>
          <a:p>
            <a:r>
              <a:rPr lang="en-US"/>
              <a:t>Click to edit Master title style</a:t>
            </a:r>
            <a:endParaRPr lang="en-US" dirty="0"/>
          </a:p>
        </p:txBody>
      </p:sp>
      <p:sp>
        <p:nvSpPr>
          <p:cNvPr id="4" name="Content Placeholder 2">
            <a:extLst>
              <a:ext uri="{FF2B5EF4-FFF2-40B4-BE49-F238E27FC236}">
                <a16:creationId xmlns:a16="http://schemas.microsoft.com/office/drawing/2014/main" id="{6FFF81D2-C0B4-3B82-8DF6-D10CC07C441C}"/>
              </a:ext>
            </a:extLst>
          </p:cNvPr>
          <p:cNvSpPr>
            <a:spLocks noGrp="1"/>
          </p:cNvSpPr>
          <p:nvPr>
            <p:ph idx="14"/>
          </p:nvPr>
        </p:nvSpPr>
        <p:spPr>
          <a:xfrm>
            <a:off x="3465576" y="3108960"/>
            <a:ext cx="4572000" cy="3108960"/>
          </a:xfrm>
        </p:spPr>
        <p:txBody>
          <a:bodyPr/>
          <a:lstStyle>
            <a:lvl1pPr marL="512064" indent="-512064">
              <a:buFont typeface="+mj-lt"/>
              <a:buAutoNum type="arabicPeriod"/>
              <a:defRPr sz="1800"/>
            </a:lvl1pPr>
            <a:lvl2pPr marL="1097280" indent="-512064">
              <a:buFont typeface="+mj-lt"/>
              <a:buAutoNum type="alphaLcPeriod"/>
              <a:defRPr sz="1800"/>
            </a:lvl2pPr>
            <a:lvl3pPr marL="1645920" indent="-512064">
              <a:buFont typeface="+mj-lt"/>
              <a:buAutoNum type="romanLcPeriod"/>
              <a:defRPr sz="1800"/>
            </a:lvl3pPr>
            <a:lvl4pPr marL="2194560" indent="-512064">
              <a:buFont typeface="+mj-lt"/>
              <a:buAutoNum type="arabicParen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a:extLst>
              <a:ext uri="{FF2B5EF4-FFF2-40B4-BE49-F238E27FC236}">
                <a16:creationId xmlns:a16="http://schemas.microsoft.com/office/drawing/2014/main" id="{F190F721-56C7-251D-948D-117696095C32}"/>
              </a:ext>
            </a:extLst>
          </p:cNvPr>
          <p:cNvSpPr>
            <a:spLocks noGrp="1"/>
          </p:cNvSpPr>
          <p:nvPr>
            <p:ph idx="1"/>
          </p:nvPr>
        </p:nvSpPr>
        <p:spPr>
          <a:xfrm>
            <a:off x="8229600" y="3108960"/>
            <a:ext cx="3017520" cy="3108960"/>
          </a:xfrm>
        </p:spPr>
        <p:txBody>
          <a:bodyPr/>
          <a:lstStyle>
            <a:lvl1pPr marL="0" indent="0">
              <a:lnSpc>
                <a:spcPct val="100000"/>
              </a:lnSpc>
              <a:spcBef>
                <a:spcPts val="0"/>
              </a:spcBef>
              <a:spcAft>
                <a:spcPts val="600"/>
              </a:spcAft>
              <a:buNone/>
              <a:defRPr sz="1800"/>
            </a:lvl1pPr>
            <a:lvl2pPr>
              <a:lnSpc>
                <a:spcPct val="100000"/>
              </a:lnSpc>
              <a:spcBef>
                <a:spcPts val="0"/>
              </a:spcBef>
              <a:spcAft>
                <a:spcPts val="600"/>
              </a:spcAft>
              <a:defRPr sz="1800"/>
            </a:lvl2pPr>
            <a:lvl3pPr>
              <a:lnSpc>
                <a:spcPct val="100000"/>
              </a:lnSpc>
              <a:spcBef>
                <a:spcPts val="0"/>
              </a:spcBef>
              <a:spcAft>
                <a:spcPts val="600"/>
              </a:spcAft>
              <a:defRPr sz="1800"/>
            </a:lvl3pPr>
            <a:lvl4pPr>
              <a:lnSpc>
                <a:spcPct val="100000"/>
              </a:lnSpc>
              <a:spcBef>
                <a:spcPts val="0"/>
              </a:spcBef>
              <a:spcAft>
                <a:spcPts val="600"/>
              </a:spcAft>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7">
            <a:extLst>
              <a:ext uri="{FF2B5EF4-FFF2-40B4-BE49-F238E27FC236}">
                <a16:creationId xmlns:a16="http://schemas.microsoft.com/office/drawing/2014/main" id="{6C94E8A0-C02C-2322-50C1-50080A793F84}"/>
              </a:ext>
            </a:extLst>
          </p:cNvPr>
          <p:cNvSpPr>
            <a:spLocks noGrp="1"/>
          </p:cNvSpPr>
          <p:nvPr>
            <p:ph type="ftr" sz="quarter" idx="41"/>
          </p:nvPr>
        </p:nvSpPr>
        <p:spPr>
          <a:xfrm>
            <a:off x="3465576" y="6217920"/>
            <a:ext cx="4114800" cy="365125"/>
          </a:xfrm>
        </p:spPr>
        <p:txBody>
          <a:bodyPr/>
          <a:lstStyle/>
          <a:p>
            <a:endParaRPr lang="en-US" noProof="0"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2">
            <a:extLst>
              <a:ext uri="{FF2B5EF4-FFF2-40B4-BE49-F238E27FC236}">
                <a16:creationId xmlns:a16="http://schemas.microsoft.com/office/drawing/2014/main" id="{0750FD92-E143-4402-D455-30DC417CBDBE}"/>
              </a:ext>
            </a:extLst>
          </p:cNvPr>
          <p:cNvSpPr/>
          <p:nvPr userDrawn="1"/>
        </p:nvSpPr>
        <p:spPr>
          <a:xfrm>
            <a:off x="1198465" y="958947"/>
            <a:ext cx="1544735" cy="174369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6B13E9E2-D67B-E75B-D60D-CE3782A4FC67}"/>
              </a:ext>
            </a:extLst>
          </p:cNvPr>
          <p:cNvSpPr/>
          <p:nvPr userDrawn="1"/>
        </p:nvSpPr>
        <p:spPr>
          <a:xfrm>
            <a:off x="326738" y="0"/>
            <a:ext cx="1544359" cy="1254845"/>
          </a:xfrm>
          <a:custGeom>
            <a:avLst/>
            <a:gdLst>
              <a:gd name="connsiteX0" fmla="*/ 0 w 1544359"/>
              <a:gd name="connsiteY0" fmla="*/ 0 h 1254845"/>
              <a:gd name="connsiteX1" fmla="*/ 1544359 w 1544359"/>
              <a:gd name="connsiteY1" fmla="*/ 0 h 1254845"/>
              <a:gd name="connsiteX2" fmla="*/ 1543519 w 1544359"/>
              <a:gd name="connsiteY2" fmla="*/ 822090 h 1254845"/>
              <a:gd name="connsiteX3" fmla="*/ 772206 w 1544359"/>
              <a:gd name="connsiteY3" fmla="*/ 1254845 h 1254845"/>
              <a:gd name="connsiteX4" fmla="*/ 0 w 1544359"/>
              <a:gd name="connsiteY4" fmla="*/ 822027 h 125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4359" h="1254845">
                <a:moveTo>
                  <a:pt x="0" y="0"/>
                </a:moveTo>
                <a:lnTo>
                  <a:pt x="1544359" y="0"/>
                </a:lnTo>
                <a:lnTo>
                  <a:pt x="1543519" y="822090"/>
                </a:lnTo>
                <a:lnTo>
                  <a:pt x="772206" y="1254845"/>
                </a:lnTo>
                <a:lnTo>
                  <a:pt x="0" y="82202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662113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Hexagon 21">
            <a:extLst>
              <a:ext uri="{FF2B5EF4-FFF2-40B4-BE49-F238E27FC236}">
                <a16:creationId xmlns:a16="http://schemas.microsoft.com/office/drawing/2014/main" id="{AA088CB3-68C2-8BF7-640B-511D7AD708D4}"/>
              </a:ext>
            </a:extLst>
          </p:cNvPr>
          <p:cNvSpPr/>
          <p:nvPr userDrawn="1"/>
        </p:nvSpPr>
        <p:spPr>
          <a:xfrm>
            <a:off x="2757266" y="2493385"/>
            <a:ext cx="1467568" cy="1305975"/>
          </a:xfrm>
          <a:prstGeom prst="hexagon">
            <a:avLst>
              <a:gd name="adj" fmla="val 28413"/>
              <a:gd name="vf" fmla="val 115470"/>
            </a:avLst>
          </a:prstGeom>
          <a:noFill/>
          <a:ln w="19050">
            <a:solidFill>
              <a:srgbClr val="D84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Hexagon 28">
            <a:extLst>
              <a:ext uri="{FF2B5EF4-FFF2-40B4-BE49-F238E27FC236}">
                <a16:creationId xmlns:a16="http://schemas.microsoft.com/office/drawing/2014/main" id="{E4EF439B-1CC3-CA39-B62A-E54F83ED70D2}"/>
              </a:ext>
            </a:extLst>
          </p:cNvPr>
          <p:cNvSpPr/>
          <p:nvPr userDrawn="1"/>
        </p:nvSpPr>
        <p:spPr>
          <a:xfrm>
            <a:off x="396269" y="2511644"/>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rgbClr val="98432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Hexagon 21">
            <a:extLst>
              <a:ext uri="{FF2B5EF4-FFF2-40B4-BE49-F238E27FC236}">
                <a16:creationId xmlns:a16="http://schemas.microsoft.com/office/drawing/2014/main" id="{A38FF139-88E9-67A9-6010-4EDFB851076B}"/>
              </a:ext>
            </a:extLst>
          </p:cNvPr>
          <p:cNvSpPr/>
          <p:nvPr userDrawn="1"/>
        </p:nvSpPr>
        <p:spPr>
          <a:xfrm>
            <a:off x="5150156" y="5261378"/>
            <a:ext cx="1455521" cy="1266696"/>
          </a:xfrm>
          <a:prstGeom prst="hexagon">
            <a:avLst>
              <a:gd name="adj" fmla="val 28413"/>
              <a:gd name="vf" fmla="val 115470"/>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Hexagon 21">
            <a:extLst>
              <a:ext uri="{FF2B5EF4-FFF2-40B4-BE49-F238E27FC236}">
                <a16:creationId xmlns:a16="http://schemas.microsoft.com/office/drawing/2014/main" id="{99956147-4454-5EA6-FC9C-94C08EE35F28}"/>
              </a:ext>
            </a:extLst>
          </p:cNvPr>
          <p:cNvSpPr/>
          <p:nvPr userDrawn="1"/>
        </p:nvSpPr>
        <p:spPr>
          <a:xfrm>
            <a:off x="3948599" y="3206642"/>
            <a:ext cx="1455521" cy="1266696"/>
          </a:xfrm>
          <a:prstGeom prst="hexagon">
            <a:avLst>
              <a:gd name="adj" fmla="val 28413"/>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35040" y="731520"/>
            <a:ext cx="5394960" cy="2103120"/>
          </a:xfrm>
        </p:spPr>
        <p:txBody>
          <a:bodyPr anchor="b">
            <a:normAutofit/>
          </a:bodyPr>
          <a:lstStyle/>
          <a:p>
            <a:r>
              <a:rPr lang="en-US"/>
              <a:t>Click to edit Master title style</a:t>
            </a:r>
            <a:endParaRPr lang="en-US"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p:nvPr>
        </p:nvSpPr>
        <p:spPr>
          <a:xfrm>
            <a:off x="6035040" y="3108960"/>
            <a:ext cx="5394960" cy="1879791"/>
          </a:xfrm>
          <a:prstGeom prst="rect">
            <a:avLst/>
          </a:prstGeom>
        </p:spPr>
        <p:txBody>
          <a:bodyPr anchor="t">
            <a:normAutofit/>
          </a:bodyPr>
          <a:lstStyle>
            <a:lvl1pPr marL="0" indent="0" algn="l">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a:t>Click to edit Master text styles</a:t>
            </a:r>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bg1"/>
                </a:solidFill>
                <a:latin typeface="+mn-lt"/>
              </a:defRPr>
            </a:lvl1pPr>
          </a:lstStyle>
          <a:p>
            <a:fld id="{47FEACEE-25B4-4A2D-B147-27296E36371D}" type="slidenum">
              <a:rPr lang="en-US" altLang="zh-CN" noProof="0" smtClean="0"/>
              <a:pPr/>
              <a:t>‹#›</a:t>
            </a:fld>
            <a:endParaRPr lang="en-US" altLang="zh-CN" noProof="0"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914400" y="6217920"/>
            <a:ext cx="4114800" cy="365125"/>
          </a:xfrm>
          <a:prstGeom prst="rect">
            <a:avLst/>
          </a:prstGeom>
        </p:spPr>
        <p:txBody>
          <a:bodyPr vert="horz" lIns="91440" tIns="45720" rIns="91440" bIns="45720" rtlCol="0" anchor="ctr">
            <a:noAutofit/>
          </a:bodyPr>
          <a:lstStyle>
            <a:lvl1pPr algn="l">
              <a:defRPr sz="1200">
                <a:solidFill>
                  <a:schemeClr val="bg1"/>
                </a:solidFill>
                <a:latin typeface="+mn-lt"/>
              </a:defRPr>
            </a:lvl1pPr>
          </a:lstStyle>
          <a:p>
            <a:endParaRPr lang="en-US" noProof="0"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71" r:id="rId2"/>
    <p:sldLayoutId id="2147483674" r:id="rId3"/>
    <p:sldLayoutId id="2147483670" r:id="rId4"/>
    <p:sldLayoutId id="2147483669" r:id="rId5"/>
    <p:sldLayoutId id="2147483655" r:id="rId6"/>
    <p:sldLayoutId id="2147483651" r:id="rId7"/>
    <p:sldLayoutId id="2147483662" r:id="rId8"/>
    <p:sldLayoutId id="2147483653" r:id="rId9"/>
    <p:sldLayoutId id="2147483663" r:id="rId10"/>
    <p:sldLayoutId id="2147483665" r:id="rId11"/>
  </p:sldLayoutIdLst>
  <p:hf hdr="0" ft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347472"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3496967" y="845820"/>
            <a:ext cx="5029200" cy="3291840"/>
          </a:xfrm>
        </p:spPr>
        <p:txBody>
          <a:bodyPr lIns="0" anchor="b" anchorCtr="0">
            <a:normAutofit fontScale="90000"/>
          </a:bodyPr>
          <a:lstStyle/>
          <a:p>
            <a:br>
              <a:rPr lang="en-US" b="1" dirty="0"/>
            </a:br>
            <a:br>
              <a:rPr lang="en-US" b="1" dirty="0"/>
            </a:br>
            <a:r>
              <a:rPr lang="en-US" b="1" dirty="0"/>
              <a:t>    Solar Power         Forecasting Using Neural Networks</a:t>
            </a:r>
            <a:br>
              <a:rPr lang="en-US" dirty="0"/>
            </a:br>
            <a:r>
              <a:rPr lang="en-US" altLang="zh-CN" dirty="0"/>
              <a:t> </a:t>
            </a:r>
            <a:endParaRPr lang="en-US" dirty="0"/>
          </a:p>
        </p:txBody>
      </p:sp>
      <p:pic>
        <p:nvPicPr>
          <p:cNvPr id="1028" name="Picture 4" descr="Jaypee Institute of Information Technology - Wikipedia">
            <a:extLst>
              <a:ext uri="{FF2B5EF4-FFF2-40B4-BE49-F238E27FC236}">
                <a16:creationId xmlns:a16="http://schemas.microsoft.com/office/drawing/2014/main" id="{5D83DE43-0679-107B-C47B-5D9A4B228F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4292" y="182029"/>
            <a:ext cx="763987" cy="950259"/>
          </a:xfrm>
          <a:prstGeom prst="rect">
            <a:avLst/>
          </a:prstGeom>
          <a:noFill/>
          <a:extLst>
            <a:ext uri="{909E8E84-426E-40DD-AFC4-6F175D3DCCD1}">
              <a14:hiddenFill xmlns:a14="http://schemas.microsoft.com/office/drawing/2010/main">
                <a:solidFill>
                  <a:srgbClr val="FFFFFF"/>
                </a:solidFill>
              </a14:hiddenFill>
            </a:ext>
          </a:extLst>
        </p:spPr>
      </p:pic>
      <p:sp>
        <p:nvSpPr>
          <p:cNvPr id="5" name="Text Placeholder 8">
            <a:extLst>
              <a:ext uri="{FF2B5EF4-FFF2-40B4-BE49-F238E27FC236}">
                <a16:creationId xmlns:a16="http://schemas.microsoft.com/office/drawing/2014/main" id="{35B6E778-B74F-62BB-8877-38DAAC163F8A}"/>
              </a:ext>
            </a:extLst>
          </p:cNvPr>
          <p:cNvSpPr txBox="1">
            <a:spLocks/>
          </p:cNvSpPr>
          <p:nvPr/>
        </p:nvSpPr>
        <p:spPr>
          <a:xfrm>
            <a:off x="3837687" y="280057"/>
            <a:ext cx="6687438" cy="1366311"/>
          </a:xfrm>
          <a:prstGeom prst="rect">
            <a:avLst/>
          </a:prstGeom>
        </p:spPr>
        <p:txBody>
          <a:bodyPr vert="horz" lIns="91440" tIns="45720" rIns="91440" bIns="45720" rtlCol="0">
            <a:normAutofit lnSpcReduction="10000"/>
          </a:bodyPr>
          <a:lstStyle>
            <a:lvl1pPr marL="0" indent="0" algn="l" defTabSz="914400" rtl="0" eaLnBrk="1" latinLnBrk="0" hangingPunct="1">
              <a:lnSpc>
                <a:spcPct val="100000"/>
              </a:lnSpc>
              <a:spcBef>
                <a:spcPts val="1500"/>
              </a:spcBef>
              <a:buFont typeface="Arial" panose="020B0604020202020204" pitchFamily="34" charset="0"/>
              <a:buNone/>
              <a:defRPr sz="2000" b="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10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9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8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COURSE NAME- RENEWABLE ENERGY </a:t>
            </a:r>
          </a:p>
          <a:p>
            <a:r>
              <a:rPr lang="en-IN" dirty="0"/>
              <a:t>COURSE CODE-16B19EC691</a:t>
            </a:r>
            <a:endParaRPr lang="en-US" dirty="0"/>
          </a:p>
          <a:p>
            <a:r>
              <a:rPr lang="en-US" dirty="0"/>
              <a:t>MINI PROJECT</a:t>
            </a:r>
          </a:p>
          <a:p>
            <a:endParaRPr lang="en-US" dirty="0"/>
          </a:p>
        </p:txBody>
      </p:sp>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F021C-3CEB-0FBA-DA89-C9C82E741BB3}"/>
              </a:ext>
            </a:extLst>
          </p:cNvPr>
          <p:cNvSpPr>
            <a:spLocks noGrp="1"/>
          </p:cNvSpPr>
          <p:nvPr>
            <p:ph type="title"/>
          </p:nvPr>
        </p:nvSpPr>
        <p:spPr>
          <a:xfrm>
            <a:off x="172122" y="4031427"/>
            <a:ext cx="4206240" cy="2423161"/>
          </a:xfrm>
        </p:spPr>
        <p:txBody>
          <a:bodyPr anchor="t" anchorCtr="0"/>
          <a:lstStyle/>
          <a:p>
            <a:r>
              <a:rPr lang="en-IN" b="1" dirty="0"/>
              <a:t>Introduction</a:t>
            </a:r>
          </a:p>
        </p:txBody>
      </p:sp>
      <p:sp>
        <p:nvSpPr>
          <p:cNvPr id="3" name="Text Placeholder 2">
            <a:extLst>
              <a:ext uri="{FF2B5EF4-FFF2-40B4-BE49-F238E27FC236}">
                <a16:creationId xmlns:a16="http://schemas.microsoft.com/office/drawing/2014/main" id="{3C6746B3-AFD9-641E-7CBF-9A783646B368}"/>
              </a:ext>
            </a:extLst>
          </p:cNvPr>
          <p:cNvSpPr>
            <a:spLocks noGrp="1"/>
          </p:cNvSpPr>
          <p:nvPr>
            <p:ph sz="quarter" idx="35"/>
          </p:nvPr>
        </p:nvSpPr>
        <p:spPr>
          <a:xfrm>
            <a:off x="4130936" y="3429000"/>
            <a:ext cx="5206701" cy="2466191"/>
          </a:xfrm>
        </p:spPr>
        <p:txBody>
          <a:bodyPr anchor="t" anchorCtr="0">
            <a:normAutofit/>
          </a:bodyPr>
          <a:lstStyle/>
          <a:p>
            <a:pPr marL="0" indent="0">
              <a:buNone/>
            </a:pPr>
            <a:r>
              <a:rPr lang="en-US" dirty="0"/>
              <a:t>Solar power generation is highly dependent on weather conditions and atmospheric parameters. Accurate forecasting of Global Horizontal Irradiance (GHI) can improve energy management and grid reliability. This project leverages deep learning techniques to predict GHI using meteorological data from multiple years.</a:t>
            </a:r>
          </a:p>
        </p:txBody>
      </p:sp>
      <p:sp>
        <p:nvSpPr>
          <p:cNvPr id="4" name="Slide Number Placeholder 3">
            <a:extLst>
              <a:ext uri="{FF2B5EF4-FFF2-40B4-BE49-F238E27FC236}">
                <a16:creationId xmlns:a16="http://schemas.microsoft.com/office/drawing/2014/main" id="{5D559569-83D5-A20B-653C-B9D6C8D98164}"/>
              </a:ext>
            </a:extLst>
          </p:cNvPr>
          <p:cNvSpPr>
            <a:spLocks noGrp="1"/>
          </p:cNvSpPr>
          <p:nvPr>
            <p:ph type="sldNum" sz="quarter" idx="34"/>
          </p:nvPr>
        </p:nvSpPr>
        <p:spPr/>
        <p:txBody>
          <a:bodyPr/>
          <a:lstStyle/>
          <a:p>
            <a:fld id="{47FEACEE-25B4-4A2D-B147-27296E36371D}" type="slidenum">
              <a:rPr lang="en-US" altLang="zh-CN" noProof="0" smtClean="0"/>
              <a:pPr/>
              <a:t>2</a:t>
            </a:fld>
            <a:endParaRPr lang="en-US" altLang="zh-CN" noProof="0" dirty="0"/>
          </a:p>
        </p:txBody>
      </p:sp>
    </p:spTree>
    <p:extLst>
      <p:ext uri="{BB962C8B-B14F-4D97-AF65-F5344CB8AC3E}">
        <p14:creationId xmlns:p14="http://schemas.microsoft.com/office/powerpoint/2010/main" val="1485080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914400" y="2487168"/>
            <a:ext cx="4572000" cy="3383280"/>
          </a:xfrm>
          <a:noFill/>
        </p:spPr>
        <p:txBody>
          <a:bodyPr anchor="t" anchorCtr="0">
            <a:noAutofit/>
          </a:bodyPr>
          <a:lstStyle/>
          <a:p>
            <a:r>
              <a:rPr lang="en-IN" b="1" dirty="0"/>
              <a:t>Dataset</a:t>
            </a:r>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6217920" y="2487168"/>
            <a:ext cx="5029200" cy="3383280"/>
          </a:xfrm>
          <a:noFill/>
        </p:spPr>
        <p:txBody>
          <a:bodyPr>
            <a:normAutofit/>
          </a:bodyPr>
          <a:lstStyle/>
          <a:p>
            <a:pPr>
              <a:buFont typeface="Arial" panose="020B0604020202020204" pitchFamily="34" charset="0"/>
              <a:buChar char="•"/>
            </a:pPr>
            <a:r>
              <a:rPr lang="en-US" dirty="0"/>
              <a:t>The dataset consists of historical weather records from 2017 to 2019 hourly data of New Delhi.</a:t>
            </a:r>
          </a:p>
          <a:p>
            <a:pPr>
              <a:buFont typeface="Arial" panose="020B0604020202020204" pitchFamily="34" charset="0"/>
              <a:buChar char="•"/>
            </a:pPr>
            <a:r>
              <a:rPr lang="en-US" dirty="0"/>
              <a:t>Key features include temperature, humidity, wind speed, cloud type, ozone levels, and solar zenith angle.</a:t>
            </a:r>
          </a:p>
        </p:txBody>
      </p:sp>
      <p:sp>
        <p:nvSpPr>
          <p:cNvPr id="4" name="Slide Number Placeholder 3">
            <a:extLst>
              <a:ext uri="{FF2B5EF4-FFF2-40B4-BE49-F238E27FC236}">
                <a16:creationId xmlns:a16="http://schemas.microsoft.com/office/drawing/2014/main" id="{14D4AF3B-CC38-C6F7-1058-2FC5EE48D7F2}"/>
              </a:ext>
            </a:extLst>
          </p:cNvPr>
          <p:cNvSpPr>
            <a:spLocks noGrp="1"/>
          </p:cNvSpPr>
          <p:nvPr>
            <p:ph type="sldNum" sz="quarter" idx="12"/>
          </p:nvPr>
        </p:nvSpPr>
        <p:spPr/>
        <p:txBody>
          <a:bodyPr/>
          <a:lstStyle/>
          <a:p>
            <a:fld id="{69E57DC2-970A-4B3E-BB1C-7A09969E49DF}" type="slidenum">
              <a:rPr lang="en-US" smtClean="0"/>
              <a:t>3</a:t>
            </a:fld>
            <a:endParaRPr lang="en-US" dirty="0"/>
          </a:p>
        </p:txBody>
      </p:sp>
      <p:pic>
        <p:nvPicPr>
          <p:cNvPr id="14" name="Picture 13">
            <a:extLst>
              <a:ext uri="{FF2B5EF4-FFF2-40B4-BE49-F238E27FC236}">
                <a16:creationId xmlns:a16="http://schemas.microsoft.com/office/drawing/2014/main" id="{16A1C48B-08DB-2D78-A29E-5C0EBA1BC9C2}"/>
              </a:ext>
            </a:extLst>
          </p:cNvPr>
          <p:cNvPicPr>
            <a:picLocks noChangeAspect="1"/>
          </p:cNvPicPr>
          <p:nvPr/>
        </p:nvPicPr>
        <p:blipFill>
          <a:blip r:embed="rId2"/>
          <a:stretch>
            <a:fillRect/>
          </a:stretch>
        </p:blipFill>
        <p:spPr>
          <a:xfrm>
            <a:off x="0" y="4454602"/>
            <a:ext cx="12192000" cy="1263495"/>
          </a:xfrm>
          <a:prstGeom prst="rect">
            <a:avLst/>
          </a:prstGeom>
        </p:spPr>
      </p:pic>
    </p:spTree>
    <p:extLst>
      <p:ext uri="{BB962C8B-B14F-4D97-AF65-F5344CB8AC3E}">
        <p14:creationId xmlns:p14="http://schemas.microsoft.com/office/powerpoint/2010/main" val="3666674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itle 59">
            <a:extLst>
              <a:ext uri="{FF2B5EF4-FFF2-40B4-BE49-F238E27FC236}">
                <a16:creationId xmlns:a16="http://schemas.microsoft.com/office/drawing/2014/main" id="{0031CE36-F77D-3964-C169-771DBA49D28A}"/>
              </a:ext>
            </a:extLst>
          </p:cNvPr>
          <p:cNvSpPr>
            <a:spLocks noGrp="1"/>
          </p:cNvSpPr>
          <p:nvPr>
            <p:ph type="title"/>
          </p:nvPr>
        </p:nvSpPr>
        <p:spPr>
          <a:xfrm>
            <a:off x="834390" y="-808736"/>
            <a:ext cx="7132320" cy="1773936"/>
          </a:xfrm>
        </p:spPr>
        <p:txBody>
          <a:bodyPr/>
          <a:lstStyle/>
          <a:p>
            <a:r>
              <a:rPr lang="en-US" b="1" dirty="0"/>
              <a:t>Methodology</a:t>
            </a:r>
            <a:endParaRPr lang="en-US" dirty="0"/>
          </a:p>
        </p:txBody>
      </p:sp>
      <p:sp>
        <p:nvSpPr>
          <p:cNvPr id="11" name="Slide Number Placeholder 13">
            <a:extLst>
              <a:ext uri="{FF2B5EF4-FFF2-40B4-BE49-F238E27FC236}">
                <a16:creationId xmlns:a16="http://schemas.microsoft.com/office/drawing/2014/main" id="{930FF33C-2E3C-37EC-75C2-1BE4513D9B62}"/>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2222DE72-77CB-CB24-A4D1-2FAC47307AC9}"/>
              </a:ext>
            </a:extLst>
          </p:cNvPr>
          <p:cNvSpPr>
            <a:spLocks noGrp="1"/>
          </p:cNvSpPr>
          <p:nvPr>
            <p:ph type="sldNum" sz="quarter" idx="55"/>
          </p:nvPr>
        </p:nvSpPr>
        <p:spPr/>
        <p:txBody>
          <a:bodyPr/>
          <a:lstStyle/>
          <a:p>
            <a:fld id="{47FEACEE-25B4-4A2D-B147-27296E36371D}" type="slidenum">
              <a:rPr lang="en-US" altLang="zh-CN" noProof="0" smtClean="0"/>
              <a:pPr/>
              <a:t>4</a:t>
            </a:fld>
            <a:endParaRPr lang="en-US" altLang="zh-CN" noProof="0" dirty="0"/>
          </a:p>
        </p:txBody>
      </p:sp>
      <p:sp>
        <p:nvSpPr>
          <p:cNvPr id="5" name="Text Placeholder 43">
            <a:extLst>
              <a:ext uri="{FF2B5EF4-FFF2-40B4-BE49-F238E27FC236}">
                <a16:creationId xmlns:a16="http://schemas.microsoft.com/office/drawing/2014/main" id="{78466807-A2DA-EC5D-ACDE-B83D6F7169EA}"/>
              </a:ext>
            </a:extLst>
          </p:cNvPr>
          <p:cNvSpPr>
            <a:spLocks noGrp="1"/>
          </p:cNvSpPr>
          <p:nvPr>
            <p:ph idx="1"/>
          </p:nvPr>
        </p:nvSpPr>
        <p:spPr>
          <a:xfrm>
            <a:off x="781050" y="1133475"/>
            <a:ext cx="6972300" cy="2784475"/>
          </a:xfrm>
        </p:spPr>
        <p:txBody>
          <a:bodyPr/>
          <a:lstStyle/>
          <a:p>
            <a:r>
              <a:rPr lang="en-US" b="1" dirty="0"/>
              <a:t>Data Preprocessing:</a:t>
            </a:r>
            <a:endParaRPr lang="en-US" dirty="0"/>
          </a:p>
          <a:p>
            <a:pPr marL="742950" lvl="1" indent="-285750">
              <a:buFont typeface="+mj-lt"/>
              <a:buAutoNum type="arabicPeriod"/>
            </a:pPr>
            <a:r>
              <a:rPr lang="en-US" dirty="0"/>
              <a:t>Merged multiple years of data.</a:t>
            </a:r>
          </a:p>
          <a:p>
            <a:pPr marL="742950" lvl="1" indent="-285750">
              <a:buFont typeface="+mj-lt"/>
              <a:buAutoNum type="arabicPeriod"/>
            </a:pPr>
            <a:r>
              <a:rPr lang="en-US" dirty="0"/>
              <a:t>Selected relevant meteorological features.</a:t>
            </a:r>
          </a:p>
          <a:p>
            <a:pPr marL="742950" lvl="1" indent="-285750">
              <a:buFont typeface="+mj-lt"/>
              <a:buAutoNum type="arabicPeriod"/>
            </a:pPr>
            <a:r>
              <a:rPr lang="en-US" dirty="0"/>
              <a:t>Applied Min-Max scaling for normalization</a:t>
            </a:r>
          </a:p>
          <a:p>
            <a:pPr marL="742950" lvl="1" indent="-285750">
              <a:buFont typeface="+mj-lt"/>
              <a:buAutoNum type="arabicPeriod"/>
            </a:pPr>
            <a:r>
              <a:rPr lang="en-IN" dirty="0"/>
              <a:t>Data split: 80% training, 20% testing</a:t>
            </a:r>
          </a:p>
          <a:p>
            <a:pPr marL="742950" lvl="1" indent="-285750">
              <a:buFont typeface="+mj-lt"/>
              <a:buAutoNum type="arabicPeriod"/>
            </a:pPr>
            <a:endParaRPr lang="en-US" dirty="0"/>
          </a:p>
        </p:txBody>
      </p:sp>
      <p:pic>
        <p:nvPicPr>
          <p:cNvPr id="9" name="Picture 8">
            <a:extLst>
              <a:ext uri="{FF2B5EF4-FFF2-40B4-BE49-F238E27FC236}">
                <a16:creationId xmlns:a16="http://schemas.microsoft.com/office/drawing/2014/main" id="{37C2D62C-AA7C-7C68-A333-DD609D072428}"/>
              </a:ext>
            </a:extLst>
          </p:cNvPr>
          <p:cNvPicPr>
            <a:picLocks noChangeAspect="1"/>
          </p:cNvPicPr>
          <p:nvPr/>
        </p:nvPicPr>
        <p:blipFill>
          <a:blip r:embed="rId3"/>
          <a:stretch>
            <a:fillRect/>
          </a:stretch>
        </p:blipFill>
        <p:spPr>
          <a:xfrm>
            <a:off x="834390" y="3288445"/>
            <a:ext cx="7303325" cy="2927220"/>
          </a:xfrm>
          <a:prstGeom prst="rect">
            <a:avLst/>
          </a:prstGeom>
        </p:spPr>
      </p:pic>
    </p:spTree>
    <p:extLst>
      <p:ext uri="{BB962C8B-B14F-4D97-AF65-F5344CB8AC3E}">
        <p14:creationId xmlns:p14="http://schemas.microsoft.com/office/powerpoint/2010/main" val="41821480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356FF93-FD90-6ABA-064A-3C269A95DEDF}"/>
              </a:ext>
            </a:extLst>
          </p:cNvPr>
          <p:cNvSpPr>
            <a:spLocks noGrp="1"/>
          </p:cNvSpPr>
          <p:nvPr>
            <p:ph type="sldNum" sz="quarter" idx="12"/>
          </p:nvPr>
        </p:nvSpPr>
        <p:spPr/>
        <p:txBody>
          <a:bodyPr/>
          <a:lstStyle/>
          <a:p>
            <a:fld id="{69E57DC2-970A-4B3E-BB1C-7A09969E49DF}" type="slidenum">
              <a:rPr lang="en-US" smtClean="0"/>
              <a:t>5</a:t>
            </a:fld>
            <a:endParaRPr lang="en-US" dirty="0"/>
          </a:p>
        </p:txBody>
      </p:sp>
      <p:pic>
        <p:nvPicPr>
          <p:cNvPr id="6" name="Picture 5">
            <a:extLst>
              <a:ext uri="{FF2B5EF4-FFF2-40B4-BE49-F238E27FC236}">
                <a16:creationId xmlns:a16="http://schemas.microsoft.com/office/drawing/2014/main" id="{B1145598-AA2D-BA6E-29DD-B467C34AF9BD}"/>
              </a:ext>
            </a:extLst>
          </p:cNvPr>
          <p:cNvPicPr>
            <a:picLocks noChangeAspect="1"/>
          </p:cNvPicPr>
          <p:nvPr/>
        </p:nvPicPr>
        <p:blipFill>
          <a:blip r:embed="rId2"/>
          <a:stretch>
            <a:fillRect/>
          </a:stretch>
        </p:blipFill>
        <p:spPr>
          <a:xfrm>
            <a:off x="1041655" y="2603247"/>
            <a:ext cx="8889489" cy="2183200"/>
          </a:xfrm>
          <a:prstGeom prst="rect">
            <a:avLst/>
          </a:prstGeom>
        </p:spPr>
      </p:pic>
    </p:spTree>
    <p:extLst>
      <p:ext uri="{BB962C8B-B14F-4D97-AF65-F5344CB8AC3E}">
        <p14:creationId xmlns:p14="http://schemas.microsoft.com/office/powerpoint/2010/main" val="42444409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47CEF-22D9-5636-4F99-2A59A640517D}"/>
              </a:ext>
            </a:extLst>
          </p:cNvPr>
          <p:cNvSpPr>
            <a:spLocks noGrp="1"/>
          </p:cNvSpPr>
          <p:nvPr>
            <p:ph type="title"/>
          </p:nvPr>
        </p:nvSpPr>
        <p:spPr/>
        <p:txBody>
          <a:bodyPr/>
          <a:lstStyle/>
          <a:p>
            <a:r>
              <a:rPr kumimoji="0" lang="en-US" altLang="en-US" sz="3600" b="1" i="0" u="none" strike="noStrike" cap="none" normalizeH="0" baseline="0" dirty="0">
                <a:ln>
                  <a:noFill/>
                </a:ln>
                <a:effectLst/>
                <a:latin typeface="Arial" panose="020B0604020202020204" pitchFamily="34" charset="0"/>
              </a:rPr>
              <a:t>Model Architecture</a:t>
            </a:r>
            <a:br>
              <a:rPr kumimoji="0" lang="en-US" altLang="en-US" sz="3600" b="0" i="0" u="none" strike="noStrike" cap="none" normalizeH="0" baseline="0" dirty="0">
                <a:ln>
                  <a:noFill/>
                </a:ln>
                <a:effectLst/>
                <a:latin typeface="Arial" panose="020B0604020202020204" pitchFamily="34" charset="0"/>
              </a:rPr>
            </a:br>
            <a:endParaRPr lang="en-IN" dirty="0"/>
          </a:p>
        </p:txBody>
      </p:sp>
      <p:sp>
        <p:nvSpPr>
          <p:cNvPr id="5" name="Slide Number Placeholder 4">
            <a:extLst>
              <a:ext uri="{FF2B5EF4-FFF2-40B4-BE49-F238E27FC236}">
                <a16:creationId xmlns:a16="http://schemas.microsoft.com/office/drawing/2014/main" id="{DBFC409A-B79F-DD0C-7DA7-7CC1EEA452DE}"/>
              </a:ext>
            </a:extLst>
          </p:cNvPr>
          <p:cNvSpPr>
            <a:spLocks noGrp="1"/>
          </p:cNvSpPr>
          <p:nvPr>
            <p:ph type="sldNum" sz="quarter" idx="55"/>
          </p:nvPr>
        </p:nvSpPr>
        <p:spPr/>
        <p:txBody>
          <a:bodyPr/>
          <a:lstStyle/>
          <a:p>
            <a:fld id="{47FEACEE-25B4-4A2D-B147-27296E36371D}" type="slidenum">
              <a:rPr lang="en-US" altLang="zh-CN" noProof="0" smtClean="0"/>
              <a:pPr/>
              <a:t>6</a:t>
            </a:fld>
            <a:endParaRPr lang="en-US" altLang="zh-CN" noProof="0" dirty="0"/>
          </a:p>
        </p:txBody>
      </p:sp>
      <p:sp>
        <p:nvSpPr>
          <p:cNvPr id="7" name="Rectangle 2">
            <a:extLst>
              <a:ext uri="{FF2B5EF4-FFF2-40B4-BE49-F238E27FC236}">
                <a16:creationId xmlns:a16="http://schemas.microsoft.com/office/drawing/2014/main" id="{85AF3B7D-FAF8-7269-998F-95F02578C873}"/>
              </a:ext>
            </a:extLst>
          </p:cNvPr>
          <p:cNvSpPr>
            <a:spLocks noGrp="1" noChangeArrowheads="1"/>
          </p:cNvSpPr>
          <p:nvPr>
            <p:ph idx="1"/>
          </p:nvPr>
        </p:nvSpPr>
        <p:spPr bwMode="auto">
          <a:xfrm>
            <a:off x="831850" y="3049935"/>
            <a:ext cx="847090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effectLst/>
                <a:latin typeface="Arial" panose="020B0604020202020204" pitchFamily="34" charset="0"/>
              </a:rPr>
              <a:t>A feedforward neural network with three hidden layers: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effectLst/>
                <a:latin typeface="Arial" panose="020B0604020202020204" pitchFamily="34" charset="0"/>
              </a:rPr>
              <a:t>64 neurons (</a:t>
            </a:r>
            <a:r>
              <a:rPr kumimoji="0" lang="en-US" altLang="en-US" sz="1800" b="0" i="0" u="none" strike="noStrike" cap="none" normalizeH="0" baseline="0" dirty="0" err="1">
                <a:ln>
                  <a:noFill/>
                </a:ln>
                <a:effectLst/>
                <a:latin typeface="Arial" panose="020B0604020202020204" pitchFamily="34" charset="0"/>
              </a:rPr>
              <a:t>ReLU</a:t>
            </a:r>
            <a:r>
              <a:rPr kumimoji="0" lang="en-US" altLang="en-US" sz="1800" b="0" i="0" u="none" strike="noStrike" cap="none" normalizeH="0" baseline="0" dirty="0">
                <a:ln>
                  <a:noFill/>
                </a:ln>
                <a:effectLst/>
                <a:latin typeface="Arial" panose="020B0604020202020204" pitchFamily="34" charset="0"/>
              </a:rPr>
              <a:t> activation)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effectLst/>
                <a:latin typeface="Arial" panose="020B0604020202020204" pitchFamily="34" charset="0"/>
              </a:rPr>
              <a:t>32 neurons (</a:t>
            </a:r>
            <a:r>
              <a:rPr kumimoji="0" lang="en-US" altLang="en-US" sz="1800" b="0" i="0" u="none" strike="noStrike" cap="none" normalizeH="0" baseline="0" dirty="0" err="1">
                <a:ln>
                  <a:noFill/>
                </a:ln>
                <a:effectLst/>
                <a:latin typeface="Arial" panose="020B0604020202020204" pitchFamily="34" charset="0"/>
              </a:rPr>
              <a:t>ReLU</a:t>
            </a:r>
            <a:r>
              <a:rPr kumimoji="0" lang="en-US" altLang="en-US" sz="1800" b="0" i="0" u="none" strike="noStrike" cap="none" normalizeH="0" baseline="0" dirty="0">
                <a:ln>
                  <a:noFill/>
                </a:ln>
                <a:effectLst/>
                <a:latin typeface="Arial" panose="020B0604020202020204" pitchFamily="34" charset="0"/>
              </a:rPr>
              <a:t> activation)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effectLst/>
                <a:latin typeface="Arial" panose="020B0604020202020204" pitchFamily="34" charset="0"/>
              </a:rPr>
              <a:t>16 neurons (</a:t>
            </a:r>
            <a:r>
              <a:rPr kumimoji="0" lang="en-US" altLang="en-US" sz="1800" b="0" i="0" u="none" strike="noStrike" cap="none" normalizeH="0" baseline="0" dirty="0" err="1">
                <a:ln>
                  <a:noFill/>
                </a:ln>
                <a:effectLst/>
                <a:latin typeface="Arial" panose="020B0604020202020204" pitchFamily="34" charset="0"/>
              </a:rPr>
              <a:t>ReLU</a:t>
            </a:r>
            <a:r>
              <a:rPr kumimoji="0" lang="en-US" altLang="en-US" sz="1800" b="0" i="0" u="none" strike="noStrike" cap="none" normalizeH="0" baseline="0" dirty="0">
                <a:ln>
                  <a:noFill/>
                </a:ln>
                <a:effectLst/>
                <a:latin typeface="Arial" panose="020B0604020202020204" pitchFamily="34" charset="0"/>
              </a:rPr>
              <a:t> activation)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effectLst/>
                <a:latin typeface="Arial" panose="020B0604020202020204" pitchFamily="34" charset="0"/>
              </a:rPr>
              <a:t>Output layer with a single neuron (Linear activation) for GHI prediction.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effectLst/>
                <a:latin typeface="Arial" panose="020B0604020202020204" pitchFamily="34" charset="0"/>
              </a:rPr>
              <a:t>Compiled using Adam optimizer and Mean Squared Error (MSE) loss function.</a:t>
            </a:r>
          </a:p>
          <a:p>
            <a:pPr eaLnBrk="0" fontAlgn="base" hangingPunct="0">
              <a:lnSpc>
                <a:spcPct val="100000"/>
              </a:lnSpc>
              <a:spcBef>
                <a:spcPct val="0"/>
              </a:spcBef>
              <a:spcAft>
                <a:spcPct val="0"/>
              </a:spcAft>
              <a:buFontTx/>
              <a:buChar char="•"/>
            </a:pPr>
            <a:r>
              <a:rPr lang="en-US" dirty="0"/>
              <a:t>Model trained for 50 epochs with batch size 32.</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11541933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F2707D8-0D0F-6504-9032-8061FBE15BA5}"/>
              </a:ext>
            </a:extLst>
          </p:cNvPr>
          <p:cNvSpPr>
            <a:spLocks noGrp="1"/>
          </p:cNvSpPr>
          <p:nvPr>
            <p:ph type="title"/>
          </p:nvPr>
        </p:nvSpPr>
        <p:spPr>
          <a:xfrm>
            <a:off x="7519595" y="408791"/>
            <a:ext cx="2895600" cy="913130"/>
          </a:xfrm>
        </p:spPr>
        <p:txBody>
          <a:bodyPr/>
          <a:lstStyle/>
          <a:p>
            <a:r>
              <a:rPr lang="en-IN" sz="1800" b="1" kern="0" dirty="0">
                <a:effectLst/>
                <a:latin typeface="Times New Roman" panose="02020603050405020304" pitchFamily="18" charset="0"/>
                <a:ea typeface="Times New Roman" panose="02020603050405020304" pitchFamily="18" charset="0"/>
              </a:rPr>
              <a:t>RNN Model Architecture for GHI Prediction</a:t>
            </a:r>
            <a:endParaRPr lang="en-IN" dirty="0"/>
          </a:p>
        </p:txBody>
      </p:sp>
      <p:sp>
        <p:nvSpPr>
          <p:cNvPr id="9" name="Content Placeholder 8">
            <a:extLst>
              <a:ext uri="{FF2B5EF4-FFF2-40B4-BE49-F238E27FC236}">
                <a16:creationId xmlns:a16="http://schemas.microsoft.com/office/drawing/2014/main" id="{A3DFFB5A-822C-62E7-FCC8-6250852525F9}"/>
              </a:ext>
            </a:extLst>
          </p:cNvPr>
          <p:cNvSpPr>
            <a:spLocks noGrp="1"/>
          </p:cNvSpPr>
          <p:nvPr>
            <p:ph idx="1"/>
          </p:nvPr>
        </p:nvSpPr>
        <p:spPr>
          <a:xfrm>
            <a:off x="381896" y="306593"/>
            <a:ext cx="10698854" cy="6449209"/>
          </a:xfrm>
        </p:spPr>
        <p:txBody>
          <a:bodyPr>
            <a:normAutofit/>
          </a:bodyPr>
          <a:lstStyle/>
          <a:p>
            <a:pPr>
              <a:buNone/>
            </a:pPr>
            <a:r>
              <a:rPr lang="en-IN" sz="1200" b="1" kern="0" dirty="0">
                <a:effectLst/>
                <a:latin typeface="Times New Roman" panose="02020603050405020304" pitchFamily="18" charset="0"/>
                <a:ea typeface="Times New Roman" panose="02020603050405020304" pitchFamily="18" charset="0"/>
                <a:cs typeface="Mangal" panose="02040503050203030202" pitchFamily="18" charset="0"/>
              </a:rPr>
              <a:t>1. Model Summary</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buSzPts val="1000"/>
              <a:buFont typeface="Symbol" panose="05050102010706020507" pitchFamily="18" charset="2"/>
              <a:buChar char=""/>
              <a:tabLst>
                <a:tab pos="457200" algn="l"/>
              </a:tabLst>
            </a:pPr>
            <a:r>
              <a:rPr lang="en-IN" sz="1200" b="1" kern="0" dirty="0">
                <a:effectLst/>
                <a:latin typeface="Times New Roman" panose="02020603050405020304" pitchFamily="18" charset="0"/>
                <a:ea typeface="Times New Roman" panose="02020603050405020304" pitchFamily="18" charset="0"/>
                <a:cs typeface="Mangal" panose="02040503050203030202" pitchFamily="18" charset="0"/>
              </a:rPr>
              <a:t>Model Type:</a:t>
            </a:r>
            <a:r>
              <a:rPr lang="en-IN" sz="1200" kern="0" dirty="0">
                <a:effectLst/>
                <a:latin typeface="Times New Roman" panose="02020603050405020304" pitchFamily="18" charset="0"/>
                <a:ea typeface="Times New Roman" panose="02020603050405020304" pitchFamily="18" charset="0"/>
                <a:cs typeface="Mangal" panose="02040503050203030202" pitchFamily="18" charset="0"/>
              </a:rPr>
              <a:t> Simple Recurrent Neural Network (RNN)</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buSzPts val="1000"/>
              <a:buFont typeface="Symbol" panose="05050102010706020507" pitchFamily="18" charset="2"/>
              <a:buChar char=""/>
              <a:tabLst>
                <a:tab pos="457200" algn="l"/>
              </a:tabLst>
            </a:pPr>
            <a:r>
              <a:rPr lang="en-IN" sz="1200" b="1" kern="0" dirty="0">
                <a:effectLst/>
                <a:latin typeface="Times New Roman" panose="02020603050405020304" pitchFamily="18" charset="0"/>
                <a:ea typeface="Times New Roman" panose="02020603050405020304" pitchFamily="18" charset="0"/>
                <a:cs typeface="Mangal" panose="02040503050203030202" pitchFamily="18" charset="0"/>
              </a:rPr>
              <a:t>Framework:</a:t>
            </a:r>
            <a:r>
              <a:rPr lang="en-IN" sz="1200" kern="0" dirty="0">
                <a:effectLst/>
                <a:latin typeface="Times New Roman" panose="02020603050405020304" pitchFamily="18" charset="0"/>
                <a:ea typeface="Times New Roman" panose="02020603050405020304" pitchFamily="18" charset="0"/>
                <a:cs typeface="Mangal" panose="02040503050203030202" pitchFamily="18" charset="0"/>
              </a:rPr>
              <a:t> </a:t>
            </a:r>
            <a:r>
              <a:rPr lang="en-IN" sz="1200" kern="0" dirty="0" err="1">
                <a:effectLst/>
                <a:latin typeface="Times New Roman" panose="02020603050405020304" pitchFamily="18" charset="0"/>
                <a:ea typeface="Times New Roman" panose="02020603050405020304" pitchFamily="18" charset="0"/>
                <a:cs typeface="Mangal" panose="02040503050203030202" pitchFamily="18" charset="0"/>
              </a:rPr>
              <a:t>Keras</a:t>
            </a:r>
            <a:r>
              <a:rPr lang="en-IN" sz="1200" kern="0" dirty="0">
                <a:effectLst/>
                <a:latin typeface="Times New Roman" panose="02020603050405020304" pitchFamily="18" charset="0"/>
                <a:ea typeface="Times New Roman" panose="02020603050405020304" pitchFamily="18" charset="0"/>
                <a:cs typeface="Mangal" panose="02040503050203030202" pitchFamily="18" charset="0"/>
              </a:rPr>
              <a:t> (TensorFlow backend)</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p>
            <a:pPr>
              <a:buNone/>
            </a:pPr>
            <a:r>
              <a:rPr lang="en-IN" sz="1200" b="1" kern="0" dirty="0">
                <a:effectLst/>
                <a:latin typeface="Times New Roman" panose="02020603050405020304" pitchFamily="18" charset="0"/>
                <a:ea typeface="Times New Roman" panose="02020603050405020304" pitchFamily="18" charset="0"/>
                <a:cs typeface="Mangal" panose="02040503050203030202" pitchFamily="18" charset="0"/>
              </a:rPr>
              <a:t>2. Architecture Details</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buSzPts val="1000"/>
              <a:buFont typeface="Symbol" panose="05050102010706020507" pitchFamily="18" charset="2"/>
              <a:buChar char=""/>
              <a:tabLst>
                <a:tab pos="457200" algn="l"/>
              </a:tabLst>
            </a:pPr>
            <a:r>
              <a:rPr lang="en-IN" sz="1200" b="1" kern="0" dirty="0">
                <a:effectLst/>
                <a:latin typeface="Times New Roman" panose="02020603050405020304" pitchFamily="18" charset="0"/>
                <a:ea typeface="Times New Roman" panose="02020603050405020304" pitchFamily="18" charset="0"/>
                <a:cs typeface="Mangal" panose="02040503050203030202" pitchFamily="18" charset="0"/>
              </a:rPr>
              <a:t>Input Shape:</a:t>
            </a:r>
            <a:r>
              <a:rPr lang="en-IN" sz="1200" kern="0" dirty="0">
                <a:effectLst/>
                <a:latin typeface="Times New Roman" panose="02020603050405020304" pitchFamily="18" charset="0"/>
                <a:ea typeface="Times New Roman" panose="02020603050405020304" pitchFamily="18" charset="0"/>
                <a:cs typeface="Mangal" panose="02040503050203030202" pitchFamily="18" charset="0"/>
              </a:rPr>
              <a:t> </a:t>
            </a:r>
            <a:r>
              <a:rPr lang="en-IN" sz="1000" kern="0" dirty="0">
                <a:effectLst/>
                <a:latin typeface="Courier New" panose="02070309020205020404" pitchFamily="49" charset="0"/>
                <a:ea typeface="Times New Roman" panose="02020603050405020304" pitchFamily="18" charset="0"/>
                <a:cs typeface="Mangal" panose="02040503050203030202" pitchFamily="18" charset="0"/>
              </a:rPr>
              <a:t>(1, </a:t>
            </a:r>
            <a:r>
              <a:rPr lang="en-IN" sz="1000" kern="0" dirty="0" err="1">
                <a:effectLst/>
                <a:latin typeface="Courier New" panose="02070309020205020404" pitchFamily="49" charset="0"/>
                <a:ea typeface="Times New Roman" panose="02020603050405020304" pitchFamily="18" charset="0"/>
                <a:cs typeface="Mangal" panose="02040503050203030202" pitchFamily="18" charset="0"/>
              </a:rPr>
              <a:t>n_features</a:t>
            </a:r>
            <a:r>
              <a:rPr lang="en-IN" sz="1000" kern="0" dirty="0">
                <a:effectLst/>
                <a:latin typeface="Courier New" panose="02070309020205020404" pitchFamily="49" charset="0"/>
                <a:ea typeface="Times New Roman" panose="02020603050405020304" pitchFamily="18" charset="0"/>
                <a:cs typeface="Mangal" panose="02040503050203030202" pitchFamily="18" charset="0"/>
              </a:rPr>
              <a:t>)</a:t>
            </a:r>
            <a:r>
              <a:rPr lang="en-IN" sz="1200" kern="0" dirty="0">
                <a:effectLst/>
                <a:latin typeface="Times New Roman" panose="02020603050405020304" pitchFamily="18" charset="0"/>
                <a:ea typeface="Times New Roman" panose="02020603050405020304" pitchFamily="18" charset="0"/>
                <a:cs typeface="Mangal" panose="02040503050203030202" pitchFamily="18" charset="0"/>
              </a:rPr>
              <a:t> — reshaped time-independent input for RNN</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buSzPts val="1000"/>
              <a:buFont typeface="Symbol" panose="05050102010706020507" pitchFamily="18" charset="2"/>
              <a:buChar char=""/>
              <a:tabLst>
                <a:tab pos="457200" algn="l"/>
              </a:tabLst>
            </a:pPr>
            <a:r>
              <a:rPr lang="en-IN" sz="1200" b="1" kern="0" dirty="0">
                <a:effectLst/>
                <a:latin typeface="Times New Roman" panose="02020603050405020304" pitchFamily="18" charset="0"/>
                <a:ea typeface="Times New Roman" panose="02020603050405020304" pitchFamily="18" charset="0"/>
                <a:cs typeface="Mangal" panose="02040503050203030202" pitchFamily="18" charset="0"/>
              </a:rPr>
              <a:t>Layers:</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p>
            <a:pPr marL="742950" lvl="1" indent="-285750">
              <a:buSzPts val="1000"/>
              <a:buFont typeface="Courier New" panose="02070309020205020404" pitchFamily="49" charset="0"/>
              <a:buChar char="o"/>
              <a:tabLst>
                <a:tab pos="914400" algn="l"/>
              </a:tabLst>
            </a:pPr>
            <a:r>
              <a:rPr lang="en-IN" sz="1000" kern="0" dirty="0" err="1">
                <a:effectLst/>
                <a:latin typeface="Courier New" panose="02070309020205020404" pitchFamily="49" charset="0"/>
                <a:ea typeface="Times New Roman" panose="02020603050405020304" pitchFamily="18" charset="0"/>
                <a:cs typeface="Times New Roman" panose="02020603050405020304" pitchFamily="18" charset="0"/>
              </a:rPr>
              <a:t>SimpleRNN</a:t>
            </a:r>
            <a:r>
              <a:rPr lang="en-IN" sz="1200" kern="0" dirty="0">
                <a:effectLst/>
                <a:latin typeface="Times New Roman" panose="02020603050405020304" pitchFamily="18" charset="0"/>
                <a:ea typeface="Times New Roman" panose="02020603050405020304" pitchFamily="18" charset="0"/>
                <a:cs typeface="Times New Roman" panose="02020603050405020304" pitchFamily="18" charset="0"/>
              </a:rPr>
              <a:t> with 64 units and ReLU activation</a:t>
            </a:r>
            <a:br>
              <a:rPr lang="en-IN" sz="12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IN" sz="1200" kern="0" dirty="0">
                <a:effectLst/>
                <a:latin typeface="Times New Roman" panose="02020603050405020304" pitchFamily="18" charset="0"/>
                <a:ea typeface="Times New Roman" panose="02020603050405020304" pitchFamily="18" charset="0"/>
                <a:cs typeface="Times New Roman" panose="02020603050405020304" pitchFamily="18" charset="0"/>
              </a:rPr>
              <a:t>→ Captures temporal structure in data</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IN" sz="1000" kern="0" dirty="0">
                <a:effectLst/>
                <a:latin typeface="Courier New" panose="02070309020205020404" pitchFamily="49" charset="0"/>
                <a:ea typeface="Times New Roman" panose="02020603050405020304" pitchFamily="18" charset="0"/>
                <a:cs typeface="Times New Roman" panose="02020603050405020304" pitchFamily="18" charset="0"/>
              </a:rPr>
              <a:t>Dense(1)</a:t>
            </a:r>
            <a:r>
              <a:rPr lang="en-IN" sz="1200" kern="0" dirty="0">
                <a:effectLst/>
                <a:latin typeface="Times New Roman" panose="02020603050405020304" pitchFamily="18" charset="0"/>
                <a:ea typeface="Times New Roman" panose="02020603050405020304" pitchFamily="18" charset="0"/>
                <a:cs typeface="Times New Roman" panose="02020603050405020304" pitchFamily="18" charset="0"/>
              </a:rPr>
              <a:t> — Output layer for GHI regression</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IN" sz="1200" b="1" kern="0" dirty="0">
                <a:effectLst/>
                <a:latin typeface="Times New Roman" panose="02020603050405020304" pitchFamily="18" charset="0"/>
                <a:ea typeface="Times New Roman" panose="02020603050405020304" pitchFamily="18" charset="0"/>
                <a:cs typeface="Mangal" panose="02040503050203030202" pitchFamily="18" charset="0"/>
              </a:rPr>
              <a:t>Output:</a:t>
            </a:r>
            <a:r>
              <a:rPr lang="en-IN" sz="1200" kern="0" dirty="0">
                <a:effectLst/>
                <a:latin typeface="Times New Roman" panose="02020603050405020304" pitchFamily="18" charset="0"/>
                <a:ea typeface="Times New Roman" panose="02020603050405020304" pitchFamily="18" charset="0"/>
                <a:cs typeface="Mangal" panose="02040503050203030202" pitchFamily="18" charset="0"/>
              </a:rPr>
              <a:t> Single continuous value (Predicted GHI)</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p>
            <a:pPr>
              <a:buNone/>
            </a:pPr>
            <a:r>
              <a:rPr lang="en-IN" sz="1200" b="1" kern="0" dirty="0">
                <a:effectLst/>
                <a:latin typeface="Times New Roman" panose="02020603050405020304" pitchFamily="18" charset="0"/>
                <a:ea typeface="Times New Roman" panose="02020603050405020304" pitchFamily="18" charset="0"/>
                <a:cs typeface="Mangal" panose="02040503050203030202" pitchFamily="18" charset="0"/>
              </a:rPr>
              <a:t>3. Training Configuration</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buSzPts val="1000"/>
              <a:buFont typeface="Symbol" panose="05050102010706020507" pitchFamily="18" charset="2"/>
              <a:buChar char=""/>
              <a:tabLst>
                <a:tab pos="457200" algn="l"/>
              </a:tabLst>
            </a:pPr>
            <a:r>
              <a:rPr lang="en-IN" sz="1200" b="1" kern="0" dirty="0">
                <a:effectLst/>
                <a:latin typeface="Times New Roman" panose="02020603050405020304" pitchFamily="18" charset="0"/>
                <a:ea typeface="Times New Roman" panose="02020603050405020304" pitchFamily="18" charset="0"/>
                <a:cs typeface="Mangal" panose="02040503050203030202" pitchFamily="18" charset="0"/>
              </a:rPr>
              <a:t>Loss Function:</a:t>
            </a:r>
            <a:r>
              <a:rPr lang="en-IN" sz="1200" kern="0" dirty="0">
                <a:effectLst/>
                <a:latin typeface="Times New Roman" panose="02020603050405020304" pitchFamily="18" charset="0"/>
                <a:ea typeface="Times New Roman" panose="02020603050405020304" pitchFamily="18" charset="0"/>
                <a:cs typeface="Mangal" panose="02040503050203030202" pitchFamily="18" charset="0"/>
              </a:rPr>
              <a:t> Mean Squared Error (MSE)</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buSzPts val="1000"/>
              <a:buFont typeface="Symbol" panose="05050102010706020507" pitchFamily="18" charset="2"/>
              <a:buChar char=""/>
              <a:tabLst>
                <a:tab pos="457200" algn="l"/>
              </a:tabLst>
            </a:pPr>
            <a:r>
              <a:rPr lang="en-IN" sz="1200" b="1" kern="0" dirty="0">
                <a:effectLst/>
                <a:latin typeface="Times New Roman" panose="02020603050405020304" pitchFamily="18" charset="0"/>
                <a:ea typeface="Times New Roman" panose="02020603050405020304" pitchFamily="18" charset="0"/>
                <a:cs typeface="Mangal" panose="02040503050203030202" pitchFamily="18" charset="0"/>
              </a:rPr>
              <a:t>Optimizer:</a:t>
            </a:r>
            <a:r>
              <a:rPr lang="en-IN" sz="1200" kern="0" dirty="0">
                <a:effectLst/>
                <a:latin typeface="Times New Roman" panose="02020603050405020304" pitchFamily="18" charset="0"/>
                <a:ea typeface="Times New Roman" panose="02020603050405020304" pitchFamily="18" charset="0"/>
                <a:cs typeface="Mangal" panose="02040503050203030202" pitchFamily="18" charset="0"/>
              </a:rPr>
              <a:t> Adam</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buSzPts val="1000"/>
              <a:buFont typeface="Symbol" panose="05050102010706020507" pitchFamily="18" charset="2"/>
              <a:buChar char=""/>
              <a:tabLst>
                <a:tab pos="457200" algn="l"/>
              </a:tabLst>
            </a:pPr>
            <a:r>
              <a:rPr lang="en-IN" sz="1200" b="1" kern="0" dirty="0">
                <a:effectLst/>
                <a:latin typeface="Times New Roman" panose="02020603050405020304" pitchFamily="18" charset="0"/>
                <a:ea typeface="Times New Roman" panose="02020603050405020304" pitchFamily="18" charset="0"/>
                <a:cs typeface="Mangal" panose="02040503050203030202" pitchFamily="18" charset="0"/>
              </a:rPr>
              <a:t>Metrics:</a:t>
            </a:r>
            <a:r>
              <a:rPr lang="en-IN" sz="1200" kern="0" dirty="0">
                <a:effectLst/>
                <a:latin typeface="Times New Roman" panose="02020603050405020304" pitchFamily="18" charset="0"/>
                <a:ea typeface="Times New Roman" panose="02020603050405020304" pitchFamily="18" charset="0"/>
                <a:cs typeface="Mangal" panose="02040503050203030202" pitchFamily="18" charset="0"/>
              </a:rPr>
              <a:t> Mean Absolute Error (MAE)</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buSzPts val="1000"/>
              <a:buFont typeface="Symbol" panose="05050102010706020507" pitchFamily="18" charset="2"/>
              <a:buChar char=""/>
              <a:tabLst>
                <a:tab pos="457200" algn="l"/>
              </a:tabLst>
            </a:pPr>
            <a:r>
              <a:rPr lang="en-IN" sz="1200" b="1" kern="0" dirty="0">
                <a:effectLst/>
                <a:latin typeface="Times New Roman" panose="02020603050405020304" pitchFamily="18" charset="0"/>
                <a:ea typeface="Times New Roman" panose="02020603050405020304" pitchFamily="18" charset="0"/>
                <a:cs typeface="Mangal" panose="02040503050203030202" pitchFamily="18" charset="0"/>
              </a:rPr>
              <a:t>Epochs:</a:t>
            </a:r>
            <a:r>
              <a:rPr lang="en-IN" sz="1200" kern="0" dirty="0">
                <a:effectLst/>
                <a:latin typeface="Times New Roman" panose="02020603050405020304" pitchFamily="18" charset="0"/>
                <a:ea typeface="Times New Roman" panose="02020603050405020304" pitchFamily="18" charset="0"/>
                <a:cs typeface="Mangal" panose="02040503050203030202" pitchFamily="18" charset="0"/>
              </a:rPr>
              <a:t> 50</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buSzPts val="1000"/>
              <a:buFont typeface="Symbol" panose="05050102010706020507" pitchFamily="18" charset="2"/>
              <a:buChar char=""/>
              <a:tabLst>
                <a:tab pos="457200" algn="l"/>
              </a:tabLst>
            </a:pPr>
            <a:r>
              <a:rPr lang="en-IN" sz="1200" b="1" kern="0" dirty="0">
                <a:effectLst/>
                <a:latin typeface="Times New Roman" panose="02020603050405020304" pitchFamily="18" charset="0"/>
                <a:ea typeface="Times New Roman" panose="02020603050405020304" pitchFamily="18" charset="0"/>
                <a:cs typeface="Mangal" panose="02040503050203030202" pitchFamily="18" charset="0"/>
              </a:rPr>
              <a:t>Batch Size:</a:t>
            </a:r>
            <a:r>
              <a:rPr lang="en-IN" sz="1200" kern="0" dirty="0">
                <a:effectLst/>
                <a:latin typeface="Times New Roman" panose="02020603050405020304" pitchFamily="18" charset="0"/>
                <a:ea typeface="Times New Roman" panose="02020603050405020304" pitchFamily="18" charset="0"/>
                <a:cs typeface="Mangal" panose="02040503050203030202" pitchFamily="18" charset="0"/>
              </a:rPr>
              <a:t> 32</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buSzPts val="1000"/>
              <a:buFont typeface="Symbol" panose="05050102010706020507" pitchFamily="18" charset="2"/>
              <a:buChar char=""/>
              <a:tabLst>
                <a:tab pos="457200" algn="l"/>
              </a:tabLst>
            </a:pPr>
            <a:r>
              <a:rPr lang="en-IN" sz="1200" b="1" kern="0" dirty="0">
                <a:effectLst/>
                <a:latin typeface="Times New Roman" panose="02020603050405020304" pitchFamily="18" charset="0"/>
                <a:ea typeface="Times New Roman" panose="02020603050405020304" pitchFamily="18" charset="0"/>
                <a:cs typeface="Mangal" panose="02040503050203030202" pitchFamily="18" charset="0"/>
              </a:rPr>
              <a:t>Validation:</a:t>
            </a:r>
            <a:r>
              <a:rPr lang="en-IN" sz="1200" kern="0" dirty="0">
                <a:effectLst/>
                <a:latin typeface="Times New Roman" panose="02020603050405020304" pitchFamily="18" charset="0"/>
                <a:ea typeface="Times New Roman" panose="02020603050405020304" pitchFamily="18" charset="0"/>
                <a:cs typeface="Mangal" panose="02040503050203030202" pitchFamily="18" charset="0"/>
              </a:rPr>
              <a:t> Evaluated on test set </a:t>
            </a:r>
            <a:r>
              <a:rPr lang="en-IN" sz="1000" kern="0" dirty="0">
                <a:effectLst/>
                <a:latin typeface="Courier New" panose="02070309020205020404" pitchFamily="49" charset="0"/>
                <a:ea typeface="Times New Roman" panose="02020603050405020304" pitchFamily="18" charset="0"/>
                <a:cs typeface="Mangal" panose="02040503050203030202" pitchFamily="18" charset="0"/>
              </a:rPr>
              <a:t>(</a:t>
            </a:r>
            <a:r>
              <a:rPr lang="en-IN" sz="1000" kern="0" dirty="0" err="1">
                <a:effectLst/>
                <a:latin typeface="Courier New" panose="02070309020205020404" pitchFamily="49" charset="0"/>
                <a:ea typeface="Times New Roman" panose="02020603050405020304" pitchFamily="18" charset="0"/>
                <a:cs typeface="Mangal" panose="02040503050203030202" pitchFamily="18" charset="0"/>
              </a:rPr>
              <a:t>X_test_rnn</a:t>
            </a:r>
            <a:r>
              <a:rPr lang="en-IN" sz="1000" kern="0" dirty="0">
                <a:effectLst/>
                <a:latin typeface="Courier New" panose="02070309020205020404" pitchFamily="49" charset="0"/>
                <a:ea typeface="Times New Roman" panose="02020603050405020304" pitchFamily="18" charset="0"/>
                <a:cs typeface="Mangal" panose="02040503050203030202" pitchFamily="18" charset="0"/>
              </a:rPr>
              <a:t>, </a:t>
            </a:r>
            <a:r>
              <a:rPr lang="en-IN" sz="1000" kern="0" dirty="0" err="1">
                <a:effectLst/>
                <a:latin typeface="Courier New" panose="02070309020205020404" pitchFamily="49" charset="0"/>
                <a:ea typeface="Times New Roman" panose="02020603050405020304" pitchFamily="18" charset="0"/>
                <a:cs typeface="Mangal" panose="02040503050203030202" pitchFamily="18" charset="0"/>
              </a:rPr>
              <a:t>y_test</a:t>
            </a:r>
            <a:r>
              <a:rPr lang="en-IN" sz="1000" kern="0" dirty="0">
                <a:effectLst/>
                <a:latin typeface="Courier New" panose="02070309020205020404" pitchFamily="49" charset="0"/>
                <a:ea typeface="Times New Roman" panose="02020603050405020304" pitchFamily="18" charset="0"/>
                <a:cs typeface="Mangal" panose="02040503050203030202" pitchFamily="18" charset="0"/>
              </a:rPr>
              <a:t>)</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p:sp>
        <p:nvSpPr>
          <p:cNvPr id="5" name="Slide Number Placeholder 4">
            <a:extLst>
              <a:ext uri="{FF2B5EF4-FFF2-40B4-BE49-F238E27FC236}">
                <a16:creationId xmlns:a16="http://schemas.microsoft.com/office/drawing/2014/main" id="{DCD6CB39-C4F0-95B7-90D8-8248D04337A3}"/>
              </a:ext>
            </a:extLst>
          </p:cNvPr>
          <p:cNvSpPr>
            <a:spLocks noGrp="1"/>
          </p:cNvSpPr>
          <p:nvPr>
            <p:ph type="sldNum" sz="quarter" idx="53"/>
          </p:nvPr>
        </p:nvSpPr>
        <p:spPr/>
        <p:txBody>
          <a:bodyPr/>
          <a:lstStyle/>
          <a:p>
            <a:fld id="{47FEACEE-25B4-4A2D-B147-27296E36371D}" type="slidenum">
              <a:rPr lang="en-US" altLang="zh-CN" noProof="0" smtClean="0"/>
              <a:pPr/>
              <a:t>7</a:t>
            </a:fld>
            <a:endParaRPr lang="en-US" altLang="zh-CN" noProof="0" dirty="0"/>
          </a:p>
        </p:txBody>
      </p:sp>
    </p:spTree>
    <p:extLst>
      <p:ext uri="{BB962C8B-B14F-4D97-AF65-F5344CB8AC3E}">
        <p14:creationId xmlns:p14="http://schemas.microsoft.com/office/powerpoint/2010/main" val="2758385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7243B-AE23-38D0-8193-132EBB2EB7A2}"/>
              </a:ext>
            </a:extLst>
          </p:cNvPr>
          <p:cNvSpPr>
            <a:spLocks noGrp="1"/>
          </p:cNvSpPr>
          <p:nvPr>
            <p:ph type="title"/>
          </p:nvPr>
        </p:nvSpPr>
        <p:spPr>
          <a:xfrm>
            <a:off x="5998464" y="731520"/>
            <a:ext cx="5076534" cy="462579"/>
          </a:xfrm>
        </p:spPr>
        <p:txBody>
          <a:bodyPr>
            <a:normAutofit fontScale="90000"/>
          </a:bodyPr>
          <a:lstStyle/>
          <a:p>
            <a:r>
              <a:rPr lang="en-IN" sz="2200" dirty="0"/>
              <a:t>LSTM Model Architecture</a:t>
            </a:r>
            <a:br>
              <a:rPr lang="en-IN" dirty="0"/>
            </a:br>
            <a:endParaRPr lang="en-IN" dirty="0"/>
          </a:p>
        </p:txBody>
      </p:sp>
      <p:sp>
        <p:nvSpPr>
          <p:cNvPr id="4" name="Rectangle 1">
            <a:extLst>
              <a:ext uri="{FF2B5EF4-FFF2-40B4-BE49-F238E27FC236}">
                <a16:creationId xmlns:a16="http://schemas.microsoft.com/office/drawing/2014/main" id="{C817BE74-D161-92E2-7E6A-5355B4EDEB28}"/>
              </a:ext>
            </a:extLst>
          </p:cNvPr>
          <p:cNvSpPr>
            <a:spLocks noGrp="1" noChangeArrowheads="1"/>
          </p:cNvSpPr>
          <p:nvPr>
            <p:ph type="body" sz="quarter" idx="28"/>
          </p:nvPr>
        </p:nvSpPr>
        <p:spPr bwMode="auto">
          <a:xfrm>
            <a:off x="6096000" y="587943"/>
            <a:ext cx="5683623" cy="6338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IN" sz="1200" b="1" kern="0" dirty="0">
                <a:effectLst/>
                <a:latin typeface="Times New Roman" panose="02020603050405020304" pitchFamily="18" charset="0"/>
                <a:ea typeface="Times New Roman" panose="02020603050405020304" pitchFamily="18" charset="0"/>
                <a:cs typeface="Mangal" panose="02040503050203030202" pitchFamily="18" charset="0"/>
              </a:rPr>
              <a:t>1. Model Summary</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buSzPts val="1000"/>
              <a:buFont typeface="Symbol" panose="05050102010706020507" pitchFamily="18" charset="2"/>
              <a:buChar char=""/>
              <a:tabLst>
                <a:tab pos="457200" algn="l"/>
              </a:tabLst>
            </a:pPr>
            <a:r>
              <a:rPr lang="en-IN" sz="1200" b="1" kern="0" dirty="0">
                <a:effectLst/>
                <a:latin typeface="Times New Roman" panose="02020603050405020304" pitchFamily="18" charset="0"/>
                <a:ea typeface="Times New Roman" panose="02020603050405020304" pitchFamily="18" charset="0"/>
                <a:cs typeface="Mangal" panose="02040503050203030202" pitchFamily="18" charset="0"/>
              </a:rPr>
              <a:t>Model Type:</a:t>
            </a:r>
            <a:r>
              <a:rPr lang="en-IN" sz="1200" kern="0" dirty="0">
                <a:effectLst/>
                <a:latin typeface="Times New Roman" panose="02020603050405020304" pitchFamily="18" charset="0"/>
                <a:ea typeface="Times New Roman" panose="02020603050405020304" pitchFamily="18" charset="0"/>
                <a:cs typeface="Mangal" panose="02040503050203030202" pitchFamily="18" charset="0"/>
              </a:rPr>
              <a:t> Long Short-Term Memory (LSTM) Network</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buSzPts val="1000"/>
              <a:buFont typeface="Symbol" panose="05050102010706020507" pitchFamily="18" charset="2"/>
              <a:buChar char=""/>
              <a:tabLst>
                <a:tab pos="457200" algn="l"/>
              </a:tabLst>
            </a:pPr>
            <a:r>
              <a:rPr lang="en-IN" sz="1200" b="1" kern="0" dirty="0">
                <a:effectLst/>
                <a:latin typeface="Times New Roman" panose="02020603050405020304" pitchFamily="18" charset="0"/>
                <a:ea typeface="Times New Roman" panose="02020603050405020304" pitchFamily="18" charset="0"/>
                <a:cs typeface="Mangal" panose="02040503050203030202" pitchFamily="18" charset="0"/>
              </a:rPr>
              <a:t>Framework:</a:t>
            </a:r>
            <a:r>
              <a:rPr lang="en-IN" sz="1200" kern="0" dirty="0">
                <a:effectLst/>
                <a:latin typeface="Times New Roman" panose="02020603050405020304" pitchFamily="18" charset="0"/>
                <a:ea typeface="Times New Roman" panose="02020603050405020304" pitchFamily="18" charset="0"/>
                <a:cs typeface="Mangal" panose="02040503050203030202" pitchFamily="18" charset="0"/>
              </a:rPr>
              <a:t> </a:t>
            </a:r>
            <a:r>
              <a:rPr lang="en-IN" sz="1200" kern="0" dirty="0" err="1">
                <a:effectLst/>
                <a:latin typeface="Times New Roman" panose="02020603050405020304" pitchFamily="18" charset="0"/>
                <a:ea typeface="Times New Roman" panose="02020603050405020304" pitchFamily="18" charset="0"/>
                <a:cs typeface="Mangal" panose="02040503050203030202" pitchFamily="18" charset="0"/>
              </a:rPr>
              <a:t>Keras</a:t>
            </a:r>
            <a:r>
              <a:rPr lang="en-IN" sz="1200" kern="0" dirty="0">
                <a:effectLst/>
                <a:latin typeface="Times New Roman" panose="02020603050405020304" pitchFamily="18" charset="0"/>
                <a:ea typeface="Times New Roman" panose="02020603050405020304" pitchFamily="18" charset="0"/>
                <a:cs typeface="Mangal" panose="02040503050203030202" pitchFamily="18" charset="0"/>
              </a:rPr>
              <a:t> (TensorFlow backend)</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p>
            <a:pPr>
              <a:buNone/>
            </a:pPr>
            <a:r>
              <a:rPr lang="en-IN" sz="1200" b="1" kern="0" dirty="0">
                <a:effectLst/>
                <a:latin typeface="Times New Roman" panose="02020603050405020304" pitchFamily="18" charset="0"/>
                <a:ea typeface="Times New Roman" panose="02020603050405020304" pitchFamily="18" charset="0"/>
                <a:cs typeface="Mangal" panose="02040503050203030202" pitchFamily="18" charset="0"/>
              </a:rPr>
              <a:t>2. Architecture Details</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buSzPts val="1000"/>
              <a:buFont typeface="Symbol" panose="05050102010706020507" pitchFamily="18" charset="2"/>
              <a:buChar char=""/>
              <a:tabLst>
                <a:tab pos="457200" algn="l"/>
              </a:tabLst>
            </a:pPr>
            <a:r>
              <a:rPr lang="en-IN" sz="1200" b="1" kern="0" dirty="0">
                <a:effectLst/>
                <a:latin typeface="Times New Roman" panose="02020603050405020304" pitchFamily="18" charset="0"/>
                <a:ea typeface="Times New Roman" panose="02020603050405020304" pitchFamily="18" charset="0"/>
                <a:cs typeface="Mangal" panose="02040503050203030202" pitchFamily="18" charset="0"/>
              </a:rPr>
              <a:t>Input Shape:</a:t>
            </a:r>
            <a:r>
              <a:rPr lang="en-IN" sz="1200" kern="0" dirty="0">
                <a:effectLst/>
                <a:latin typeface="Times New Roman" panose="02020603050405020304" pitchFamily="18" charset="0"/>
                <a:ea typeface="Times New Roman" panose="02020603050405020304" pitchFamily="18" charset="0"/>
                <a:cs typeface="Mangal" panose="02040503050203030202" pitchFamily="18" charset="0"/>
              </a:rPr>
              <a:t> (1, </a:t>
            </a:r>
            <a:r>
              <a:rPr lang="en-IN" sz="1200" kern="0" dirty="0" err="1">
                <a:effectLst/>
                <a:latin typeface="Times New Roman" panose="02020603050405020304" pitchFamily="18" charset="0"/>
                <a:ea typeface="Times New Roman" panose="02020603050405020304" pitchFamily="18" charset="0"/>
                <a:cs typeface="Mangal" panose="02040503050203030202" pitchFamily="18" charset="0"/>
              </a:rPr>
              <a:t>n_features</a:t>
            </a:r>
            <a:r>
              <a:rPr lang="en-IN" sz="1200" kern="0" dirty="0">
                <a:effectLst/>
                <a:latin typeface="Times New Roman" panose="02020603050405020304" pitchFamily="18" charset="0"/>
                <a:ea typeface="Times New Roman" panose="02020603050405020304" pitchFamily="18" charset="0"/>
                <a:cs typeface="Mangal" panose="02040503050203030202" pitchFamily="18" charset="0"/>
              </a:rPr>
              <a:t>) — reshaped to suit LSTM input requirements</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buSzPts val="1000"/>
              <a:buFont typeface="Symbol" panose="05050102010706020507" pitchFamily="18" charset="2"/>
              <a:buChar char=""/>
              <a:tabLst>
                <a:tab pos="457200" algn="l"/>
              </a:tabLst>
            </a:pPr>
            <a:r>
              <a:rPr lang="en-IN" sz="1200" b="1" kern="0" dirty="0">
                <a:effectLst/>
                <a:latin typeface="Times New Roman" panose="02020603050405020304" pitchFamily="18" charset="0"/>
                <a:ea typeface="Times New Roman" panose="02020603050405020304" pitchFamily="18" charset="0"/>
                <a:cs typeface="Mangal" panose="02040503050203030202" pitchFamily="18" charset="0"/>
              </a:rPr>
              <a:t>Layers:</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p>
            <a:pPr marL="742950" lvl="1" indent="-285750">
              <a:buSzPts val="1000"/>
              <a:buFont typeface="Courier New" panose="02070309020205020404" pitchFamily="49" charset="0"/>
              <a:buChar char="o"/>
              <a:tabLst>
                <a:tab pos="914400" algn="l"/>
              </a:tabLst>
            </a:pPr>
            <a:r>
              <a:rPr lang="en-IN" sz="1200" kern="0" dirty="0">
                <a:effectLst/>
                <a:latin typeface="Times New Roman" panose="02020603050405020304" pitchFamily="18" charset="0"/>
                <a:ea typeface="Times New Roman" panose="02020603050405020304" pitchFamily="18" charset="0"/>
                <a:cs typeface="Times New Roman" panose="02020603050405020304" pitchFamily="18" charset="0"/>
              </a:rPr>
              <a:t>LSTM(64) with tanh activation</a:t>
            </a:r>
            <a:br>
              <a:rPr lang="en-IN" sz="12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IN" sz="1200" kern="0" dirty="0">
                <a:effectLst/>
                <a:latin typeface="Times New Roman" panose="02020603050405020304" pitchFamily="18" charset="0"/>
                <a:ea typeface="Times New Roman" panose="02020603050405020304" pitchFamily="18" charset="0"/>
                <a:cs typeface="Times New Roman" panose="02020603050405020304" pitchFamily="18" charset="0"/>
              </a:rPr>
              <a:t>→ Captures long-term dependencies and patterns</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IN" sz="1200" kern="0" dirty="0">
                <a:effectLst/>
                <a:latin typeface="Times New Roman" panose="02020603050405020304" pitchFamily="18" charset="0"/>
                <a:ea typeface="Times New Roman" panose="02020603050405020304" pitchFamily="18" charset="0"/>
                <a:cs typeface="Times New Roman" panose="02020603050405020304" pitchFamily="18" charset="0"/>
              </a:rPr>
              <a:t>Dense(1) — Regression output for GHI</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IN" sz="1200" b="1" kern="0" dirty="0">
                <a:effectLst/>
                <a:latin typeface="Times New Roman" panose="02020603050405020304" pitchFamily="18" charset="0"/>
                <a:ea typeface="Times New Roman" panose="02020603050405020304" pitchFamily="18" charset="0"/>
                <a:cs typeface="Mangal" panose="02040503050203030202" pitchFamily="18" charset="0"/>
              </a:rPr>
              <a:t>Output:</a:t>
            </a:r>
            <a:r>
              <a:rPr lang="en-IN" sz="1200" kern="0" dirty="0">
                <a:effectLst/>
                <a:latin typeface="Times New Roman" panose="02020603050405020304" pitchFamily="18" charset="0"/>
                <a:ea typeface="Times New Roman" panose="02020603050405020304" pitchFamily="18" charset="0"/>
                <a:cs typeface="Mangal" panose="02040503050203030202" pitchFamily="18" charset="0"/>
              </a:rPr>
              <a:t> Single continuous value (Predicted GHI)</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p>
            <a:pPr>
              <a:buNone/>
            </a:pPr>
            <a:r>
              <a:rPr lang="en-IN" sz="1200" b="1" kern="0" dirty="0">
                <a:effectLst/>
                <a:latin typeface="Times New Roman" panose="02020603050405020304" pitchFamily="18" charset="0"/>
                <a:ea typeface="Times New Roman" panose="02020603050405020304" pitchFamily="18" charset="0"/>
                <a:cs typeface="Mangal" panose="02040503050203030202" pitchFamily="18" charset="0"/>
              </a:rPr>
              <a:t>3. Training Configuration</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buSzPts val="1000"/>
              <a:buFont typeface="Symbol" panose="05050102010706020507" pitchFamily="18" charset="2"/>
              <a:buChar char=""/>
              <a:tabLst>
                <a:tab pos="457200" algn="l"/>
              </a:tabLst>
            </a:pPr>
            <a:r>
              <a:rPr lang="en-IN" sz="1200" b="1" kern="0" dirty="0">
                <a:effectLst/>
                <a:latin typeface="Times New Roman" panose="02020603050405020304" pitchFamily="18" charset="0"/>
                <a:ea typeface="Times New Roman" panose="02020603050405020304" pitchFamily="18" charset="0"/>
                <a:cs typeface="Mangal" panose="02040503050203030202" pitchFamily="18" charset="0"/>
              </a:rPr>
              <a:t>Loss Function:</a:t>
            </a:r>
            <a:r>
              <a:rPr lang="en-IN" sz="1200" kern="0" dirty="0">
                <a:effectLst/>
                <a:latin typeface="Times New Roman" panose="02020603050405020304" pitchFamily="18" charset="0"/>
                <a:ea typeface="Times New Roman" panose="02020603050405020304" pitchFamily="18" charset="0"/>
                <a:cs typeface="Mangal" panose="02040503050203030202" pitchFamily="18" charset="0"/>
              </a:rPr>
              <a:t> Mean Squared Error (MSE)</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buSzPts val="1000"/>
              <a:buFont typeface="Symbol" panose="05050102010706020507" pitchFamily="18" charset="2"/>
              <a:buChar char=""/>
              <a:tabLst>
                <a:tab pos="457200" algn="l"/>
              </a:tabLst>
            </a:pPr>
            <a:r>
              <a:rPr lang="en-IN" sz="1200" b="1" kern="0" dirty="0">
                <a:effectLst/>
                <a:latin typeface="Times New Roman" panose="02020603050405020304" pitchFamily="18" charset="0"/>
                <a:ea typeface="Times New Roman" panose="02020603050405020304" pitchFamily="18" charset="0"/>
                <a:cs typeface="Mangal" panose="02040503050203030202" pitchFamily="18" charset="0"/>
              </a:rPr>
              <a:t>Optimizer:</a:t>
            </a:r>
            <a:r>
              <a:rPr lang="en-IN" sz="1200" kern="0" dirty="0">
                <a:effectLst/>
                <a:latin typeface="Times New Roman" panose="02020603050405020304" pitchFamily="18" charset="0"/>
                <a:ea typeface="Times New Roman" panose="02020603050405020304" pitchFamily="18" charset="0"/>
                <a:cs typeface="Mangal" panose="02040503050203030202" pitchFamily="18" charset="0"/>
              </a:rPr>
              <a:t> Adam</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buSzPts val="1000"/>
              <a:buFont typeface="Symbol" panose="05050102010706020507" pitchFamily="18" charset="2"/>
              <a:buChar char=""/>
              <a:tabLst>
                <a:tab pos="457200" algn="l"/>
              </a:tabLst>
            </a:pPr>
            <a:r>
              <a:rPr lang="en-IN" sz="1200" b="1" kern="0" dirty="0">
                <a:effectLst/>
                <a:latin typeface="Times New Roman" panose="02020603050405020304" pitchFamily="18" charset="0"/>
                <a:ea typeface="Times New Roman" panose="02020603050405020304" pitchFamily="18" charset="0"/>
                <a:cs typeface="Mangal" panose="02040503050203030202" pitchFamily="18" charset="0"/>
              </a:rPr>
              <a:t>Metrics:</a:t>
            </a:r>
            <a:r>
              <a:rPr lang="en-IN" sz="1200" kern="0" dirty="0">
                <a:effectLst/>
                <a:latin typeface="Times New Roman" panose="02020603050405020304" pitchFamily="18" charset="0"/>
                <a:ea typeface="Times New Roman" panose="02020603050405020304" pitchFamily="18" charset="0"/>
                <a:cs typeface="Mangal" panose="02040503050203030202" pitchFamily="18" charset="0"/>
              </a:rPr>
              <a:t> Mean Absolute Error (MAE)</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buSzPts val="1000"/>
              <a:buFont typeface="Symbol" panose="05050102010706020507" pitchFamily="18" charset="2"/>
              <a:buChar char=""/>
              <a:tabLst>
                <a:tab pos="457200" algn="l"/>
              </a:tabLst>
            </a:pPr>
            <a:r>
              <a:rPr lang="en-IN" sz="1200" b="1" kern="0" dirty="0">
                <a:effectLst/>
                <a:latin typeface="Times New Roman" panose="02020603050405020304" pitchFamily="18" charset="0"/>
                <a:ea typeface="Times New Roman" panose="02020603050405020304" pitchFamily="18" charset="0"/>
                <a:cs typeface="Mangal" panose="02040503050203030202" pitchFamily="18" charset="0"/>
              </a:rPr>
              <a:t>Epochs:</a:t>
            </a:r>
            <a:r>
              <a:rPr lang="en-IN" sz="1200" kern="0" dirty="0">
                <a:effectLst/>
                <a:latin typeface="Times New Roman" panose="02020603050405020304" pitchFamily="18" charset="0"/>
                <a:ea typeface="Times New Roman" panose="02020603050405020304" pitchFamily="18" charset="0"/>
                <a:cs typeface="Mangal" panose="02040503050203030202" pitchFamily="18" charset="0"/>
              </a:rPr>
              <a:t> 50</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buSzPts val="1000"/>
              <a:buFont typeface="Symbol" panose="05050102010706020507" pitchFamily="18" charset="2"/>
              <a:buChar char=""/>
              <a:tabLst>
                <a:tab pos="457200" algn="l"/>
              </a:tabLst>
            </a:pPr>
            <a:r>
              <a:rPr lang="en-IN" sz="1200" b="1" kern="0" dirty="0">
                <a:effectLst/>
                <a:latin typeface="Times New Roman" panose="02020603050405020304" pitchFamily="18" charset="0"/>
                <a:ea typeface="Times New Roman" panose="02020603050405020304" pitchFamily="18" charset="0"/>
                <a:cs typeface="Mangal" panose="02040503050203030202" pitchFamily="18" charset="0"/>
              </a:rPr>
              <a:t>Batch Size:</a:t>
            </a:r>
            <a:r>
              <a:rPr lang="en-IN" sz="1200" kern="0" dirty="0">
                <a:effectLst/>
                <a:latin typeface="Times New Roman" panose="02020603050405020304" pitchFamily="18" charset="0"/>
                <a:ea typeface="Times New Roman" panose="02020603050405020304" pitchFamily="18" charset="0"/>
                <a:cs typeface="Mangal" panose="02040503050203030202" pitchFamily="18" charset="0"/>
              </a:rPr>
              <a:t> 32</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buSzPts val="1000"/>
              <a:buFont typeface="Symbol" panose="05050102010706020507" pitchFamily="18" charset="2"/>
              <a:buChar char=""/>
              <a:tabLst>
                <a:tab pos="457200" algn="l"/>
              </a:tabLst>
            </a:pPr>
            <a:r>
              <a:rPr lang="en-IN" sz="1200" b="1" kern="0" dirty="0">
                <a:effectLst/>
                <a:latin typeface="Times New Roman" panose="02020603050405020304" pitchFamily="18" charset="0"/>
                <a:ea typeface="Times New Roman" panose="02020603050405020304" pitchFamily="18" charset="0"/>
                <a:cs typeface="Mangal" panose="02040503050203030202" pitchFamily="18" charset="0"/>
              </a:rPr>
              <a:t>Validation:</a:t>
            </a:r>
            <a:r>
              <a:rPr lang="en-IN" sz="1200" kern="0" dirty="0">
                <a:effectLst/>
                <a:latin typeface="Times New Roman" panose="02020603050405020304" pitchFamily="18" charset="0"/>
                <a:ea typeface="Times New Roman" panose="02020603050405020304" pitchFamily="18" charset="0"/>
                <a:cs typeface="Mangal" panose="02040503050203030202" pitchFamily="18" charset="0"/>
              </a:rPr>
              <a:t> (</a:t>
            </a:r>
            <a:r>
              <a:rPr lang="en-IN" sz="1200" kern="0" dirty="0" err="1">
                <a:effectLst/>
                <a:latin typeface="Times New Roman" panose="02020603050405020304" pitchFamily="18" charset="0"/>
                <a:ea typeface="Times New Roman" panose="02020603050405020304" pitchFamily="18" charset="0"/>
                <a:cs typeface="Mangal" panose="02040503050203030202" pitchFamily="18" charset="0"/>
              </a:rPr>
              <a:t>X_test_rnn</a:t>
            </a:r>
            <a:r>
              <a:rPr lang="en-IN" sz="1200" kern="0" dirty="0">
                <a:effectLst/>
                <a:latin typeface="Times New Roman" panose="02020603050405020304" pitchFamily="18" charset="0"/>
                <a:ea typeface="Times New Roman" panose="02020603050405020304" pitchFamily="18" charset="0"/>
                <a:cs typeface="Mangal" panose="02040503050203030202" pitchFamily="18" charset="0"/>
              </a:rPr>
              <a:t>, </a:t>
            </a:r>
            <a:r>
              <a:rPr lang="en-IN" sz="1200" kern="0" dirty="0" err="1">
                <a:effectLst/>
                <a:latin typeface="Times New Roman" panose="02020603050405020304" pitchFamily="18" charset="0"/>
                <a:ea typeface="Times New Roman" panose="02020603050405020304" pitchFamily="18" charset="0"/>
                <a:cs typeface="Mangal" panose="02040503050203030202" pitchFamily="18" charset="0"/>
              </a:rPr>
              <a:t>y_test</a:t>
            </a:r>
            <a:r>
              <a:rPr lang="en-IN" sz="1200" kern="0" dirty="0">
                <a:effectLst/>
                <a:latin typeface="Times New Roman" panose="02020603050405020304" pitchFamily="18" charset="0"/>
                <a:ea typeface="Times New Roman" panose="02020603050405020304" pitchFamily="18" charset="0"/>
                <a:cs typeface="Mangal" panose="02040503050203030202" pitchFamily="18" charset="0"/>
              </a:rPr>
              <a:t>)</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D5DA70E4-BE2E-94E0-90AA-49B6174CCD37}"/>
              </a:ext>
            </a:extLst>
          </p:cNvPr>
          <p:cNvPicPr>
            <a:picLocks noChangeAspect="1"/>
          </p:cNvPicPr>
          <p:nvPr/>
        </p:nvPicPr>
        <p:blipFill>
          <a:blip r:embed="rId2"/>
          <a:stretch>
            <a:fillRect/>
          </a:stretch>
        </p:blipFill>
        <p:spPr>
          <a:xfrm>
            <a:off x="412377" y="962809"/>
            <a:ext cx="5413543" cy="4227756"/>
          </a:xfrm>
          <a:prstGeom prst="rect">
            <a:avLst/>
          </a:prstGeom>
        </p:spPr>
      </p:pic>
    </p:spTree>
    <p:extLst>
      <p:ext uri="{BB962C8B-B14F-4D97-AF65-F5344CB8AC3E}">
        <p14:creationId xmlns:p14="http://schemas.microsoft.com/office/powerpoint/2010/main" val="2295790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76638-3138-5BEE-9844-9B00D3266AAA}"/>
              </a:ext>
            </a:extLst>
          </p:cNvPr>
          <p:cNvSpPr>
            <a:spLocks noGrp="1"/>
          </p:cNvSpPr>
          <p:nvPr>
            <p:ph type="title"/>
          </p:nvPr>
        </p:nvSpPr>
        <p:spPr>
          <a:xfrm>
            <a:off x="6057094" y="338865"/>
            <a:ext cx="4910328" cy="564777"/>
          </a:xfrm>
        </p:spPr>
        <p:txBody>
          <a:bodyPr>
            <a:normAutofit/>
          </a:bodyPr>
          <a:lstStyle/>
          <a:p>
            <a:r>
              <a:rPr lang="en-IN" sz="2400" dirty="0"/>
              <a:t>1D CNN Model Architecture</a:t>
            </a:r>
          </a:p>
        </p:txBody>
      </p:sp>
      <p:sp>
        <p:nvSpPr>
          <p:cNvPr id="45" name="Rectangle 41">
            <a:extLst>
              <a:ext uri="{FF2B5EF4-FFF2-40B4-BE49-F238E27FC236}">
                <a16:creationId xmlns:a16="http://schemas.microsoft.com/office/drawing/2014/main" id="{5F100B6D-2478-710E-8ECB-1438C45C098C}"/>
              </a:ext>
            </a:extLst>
          </p:cNvPr>
          <p:cNvSpPr>
            <a:spLocks noChangeArrowheads="1"/>
          </p:cNvSpPr>
          <p:nvPr/>
        </p:nvSpPr>
        <p:spPr bwMode="auto">
          <a:xfrm>
            <a:off x="5120640" y="180782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1. Model Summary</a:t>
            </a:r>
            <a:endParaRPr kumimoji="0" lang="en-US" altLang="en-US"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Model Type:</a:t>
            </a:r>
            <a:r>
              <a:rPr kumimoji="0" lang="en-US" altLang="en-US" sz="1200" b="0"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 1D Convolutional Neural Network (CNN)</a:t>
            </a:r>
            <a:endParaRPr kumimoji="0" lang="en-US" altLang="en-US" sz="1100" b="0" i="0" u="none" strike="noStrike" cap="none" normalizeH="0" baseline="0" dirty="0">
              <a:ln>
                <a:noFill/>
              </a:ln>
              <a:solidFill>
                <a:srgbClr val="FFFFFF"/>
              </a:solidFill>
              <a:effectLst/>
              <a:latin typeface="Calibri" panose="020F0502020204030204" pitchFamily="34" charset="0"/>
              <a:ea typeface="Calibri" panose="020F0502020204030204" pitchFamily="34" charset="0"/>
              <a:cs typeface="Mangal" panose="02040503050203030202"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Framework:</a:t>
            </a:r>
            <a:r>
              <a:rPr kumimoji="0" lang="en-US" altLang="en-US" sz="1200" b="0"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 </a:t>
            </a:r>
            <a:r>
              <a:rPr kumimoji="0" lang="en-US" altLang="en-US" sz="1200" b="0" i="0" u="none" strike="noStrike" cap="none" normalizeH="0" baseline="0" dirty="0" err="1">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Keras</a:t>
            </a:r>
            <a:r>
              <a:rPr kumimoji="0" lang="en-US" altLang="en-US" sz="1200" b="0"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 (TensorFlow backend)</a:t>
            </a:r>
            <a:endParaRPr kumimoji="0" lang="en-US" altLang="en-US"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6" name="Rectangle 42">
            <a:extLst>
              <a:ext uri="{FF2B5EF4-FFF2-40B4-BE49-F238E27FC236}">
                <a16:creationId xmlns:a16="http://schemas.microsoft.com/office/drawing/2014/main" id="{730E9D6A-358D-5B6D-DD77-7C55D750ADF0}"/>
              </a:ext>
            </a:extLst>
          </p:cNvPr>
          <p:cNvSpPr>
            <a:spLocks noChangeArrowheads="1"/>
          </p:cNvSpPr>
          <p:nvPr/>
        </p:nvSpPr>
        <p:spPr bwMode="auto">
          <a:xfrm>
            <a:off x="6696635" y="4986168"/>
            <a:ext cx="12192000" cy="7938"/>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47" name="Rectangle 43">
            <a:extLst>
              <a:ext uri="{FF2B5EF4-FFF2-40B4-BE49-F238E27FC236}">
                <a16:creationId xmlns:a16="http://schemas.microsoft.com/office/drawing/2014/main" id="{73C1F260-D366-A646-3684-A532369D3B05}"/>
              </a:ext>
            </a:extLst>
          </p:cNvPr>
          <p:cNvSpPr>
            <a:spLocks noChangeArrowheads="1"/>
          </p:cNvSpPr>
          <p:nvPr/>
        </p:nvSpPr>
        <p:spPr bwMode="auto">
          <a:xfrm>
            <a:off x="5152913" y="359977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2. Architecture Details</a:t>
            </a:r>
            <a:endParaRPr kumimoji="0" lang="en-US" altLang="en-US"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Input Shape:</a:t>
            </a:r>
            <a:r>
              <a:rPr kumimoji="0" lang="en-US" altLang="en-US" sz="1200" b="0"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 (</a:t>
            </a:r>
            <a:r>
              <a:rPr kumimoji="0" lang="en-US" altLang="en-US" sz="1200" b="0" i="0" u="none" strike="noStrike" cap="none" normalizeH="0" baseline="0" dirty="0" err="1">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n_features</a:t>
            </a:r>
            <a:r>
              <a:rPr kumimoji="0" lang="en-US" altLang="en-US" sz="1200" b="0"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 1) — each feature treated as a time-like sequence</a:t>
            </a:r>
            <a:endParaRPr kumimoji="0" lang="en-US" altLang="en-US" sz="1100" b="0" i="0" u="none" strike="noStrike" cap="none" normalizeH="0" baseline="0" dirty="0">
              <a:ln>
                <a:noFill/>
              </a:ln>
              <a:solidFill>
                <a:srgbClr val="FFFFFF"/>
              </a:solidFill>
              <a:effectLst/>
              <a:latin typeface="Calibri" panose="020F0502020204030204" pitchFamily="34" charset="0"/>
              <a:ea typeface="Calibri" panose="020F0502020204030204" pitchFamily="34" charset="0"/>
              <a:cs typeface="Mangal" panose="02040503050203030202"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Layers:</a:t>
            </a:r>
            <a:endParaRPr kumimoji="0" lang="en-US" altLang="en-US" sz="5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 typeface="Symbol" panose="05050102010706020507" pitchFamily="18" charset="2"/>
              <a:buChar char=""/>
              <a:tabLst/>
            </a:pPr>
            <a:r>
              <a:rPr kumimoji="0" lang="en-US" altLang="en-US" sz="1200" b="0"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Conv1D(32, </a:t>
            </a:r>
            <a:r>
              <a:rPr kumimoji="0" lang="en-US" altLang="en-US" sz="1200" b="0" i="0" u="none" strike="noStrike" cap="none" normalizeH="0" baseline="0" dirty="0" err="1">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kernel_size</a:t>
            </a:r>
            <a:r>
              <a:rPr kumimoji="0" lang="en-US" altLang="en-US" sz="1200" b="0"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=3, activation='</a:t>
            </a:r>
            <a:r>
              <a:rPr kumimoji="0" lang="en-US" altLang="en-US" sz="1200" b="0" i="0" u="none" strike="noStrike" cap="none" normalizeH="0" baseline="0" dirty="0" err="1">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relu</a:t>
            </a:r>
            <a:r>
              <a:rPr kumimoji="0" lang="en-US" altLang="en-US" sz="1200" b="0"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a:t>
            </a:r>
            <a:br>
              <a:rPr kumimoji="0" lang="en-US" altLang="en-US" sz="1200" b="0"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br>
            <a:r>
              <a:rPr kumimoji="0" lang="en-US" altLang="en-US" sz="1200" b="0"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 Learns local temporal/spatial feature patterns</a:t>
            </a:r>
            <a:endParaRPr kumimoji="0" lang="en-US" altLang="en-US" sz="1100" b="0" i="0" u="none" strike="noStrike" cap="none" normalizeH="0" baseline="0" dirty="0">
              <a:ln>
                <a:noFill/>
              </a:ln>
              <a:solidFill>
                <a:srgbClr val="FFFFFF"/>
              </a:solidFill>
              <a:effectLst/>
              <a:latin typeface="Calibri" panose="020F0502020204030204" pitchFamily="34" charset="0"/>
              <a:ea typeface="Calibri" panose="020F0502020204030204" pitchFamily="34" charset="0"/>
              <a:cs typeface="Mangal" panose="02040503050203030202" pitchFamily="18" charset="0"/>
            </a:endParaRPr>
          </a:p>
          <a:p>
            <a:pPr marL="457200" marR="0" lvl="1" indent="0" algn="l" defTabSz="914400" rtl="0" eaLnBrk="0" fontAlgn="base" latinLnBrk="0" hangingPunct="0">
              <a:lnSpc>
                <a:spcPct val="100000"/>
              </a:lnSpc>
              <a:spcBef>
                <a:spcPct val="0"/>
              </a:spcBef>
              <a:spcAft>
                <a:spcPct val="0"/>
              </a:spcAft>
              <a:buClrTx/>
              <a:buSzTx/>
              <a:buFont typeface="Symbol" panose="05050102010706020507" pitchFamily="18" charset="2"/>
              <a:buChar char=""/>
              <a:tabLst/>
            </a:pPr>
            <a:r>
              <a:rPr kumimoji="0" lang="en-US" altLang="en-US" sz="1200" b="0"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MaxPooling1D(</a:t>
            </a:r>
            <a:r>
              <a:rPr kumimoji="0" lang="en-US" altLang="en-US" sz="1200" b="0" i="0" u="none" strike="noStrike" cap="none" normalizeH="0" baseline="0" dirty="0" err="1">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pool_size</a:t>
            </a:r>
            <a:r>
              <a:rPr kumimoji="0" lang="en-US" altLang="en-US" sz="1200" b="0"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=2)</a:t>
            </a:r>
            <a:br>
              <a:rPr kumimoji="0" lang="en-US" altLang="en-US" sz="1200" b="0"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br>
            <a:r>
              <a:rPr kumimoji="0" lang="en-US" altLang="en-US" sz="1200" b="0"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 </a:t>
            </a:r>
            <a:r>
              <a:rPr kumimoji="0" lang="en-US" altLang="en-US" sz="1200" b="0" i="0" u="none" strike="noStrike" cap="none" normalizeH="0" baseline="0" dirty="0" err="1">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Downsamples</a:t>
            </a:r>
            <a:r>
              <a:rPr kumimoji="0" lang="en-US" altLang="en-US" sz="1200" b="0"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 features, reduces dimensionality</a:t>
            </a:r>
            <a:endParaRPr kumimoji="0" lang="en-US" altLang="en-US" sz="1100" b="0" i="0" u="none" strike="noStrike" cap="none" normalizeH="0" baseline="0" dirty="0">
              <a:ln>
                <a:noFill/>
              </a:ln>
              <a:solidFill>
                <a:srgbClr val="FFFFFF"/>
              </a:solidFill>
              <a:effectLst/>
              <a:latin typeface="Calibri" panose="020F0502020204030204" pitchFamily="34" charset="0"/>
              <a:ea typeface="Calibri" panose="020F0502020204030204" pitchFamily="34" charset="0"/>
              <a:cs typeface="Mangal" panose="02040503050203030202" pitchFamily="18" charset="0"/>
            </a:endParaRPr>
          </a:p>
          <a:p>
            <a:pPr marL="457200" marR="0" lvl="1" indent="0" algn="l" defTabSz="914400" rtl="0" eaLnBrk="0" fontAlgn="base" latinLnBrk="0" hangingPunct="0">
              <a:lnSpc>
                <a:spcPct val="100000"/>
              </a:lnSpc>
              <a:spcBef>
                <a:spcPct val="0"/>
              </a:spcBef>
              <a:spcAft>
                <a:spcPct val="0"/>
              </a:spcAft>
              <a:buClrTx/>
              <a:buSzTx/>
              <a:buFont typeface="Symbol" panose="05050102010706020507" pitchFamily="18" charset="2"/>
              <a:buChar char=""/>
              <a:tabLst/>
            </a:pPr>
            <a:r>
              <a:rPr kumimoji="0" lang="en-US" altLang="en-US" sz="1200" b="0"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Flatten()</a:t>
            </a:r>
            <a:br>
              <a:rPr kumimoji="0" lang="en-US" altLang="en-US" sz="1200" b="0"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br>
            <a:r>
              <a:rPr kumimoji="0" lang="en-US" altLang="en-US" sz="1200" b="0"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 Converts 2D to 1D for fully connected layers</a:t>
            </a:r>
            <a:endParaRPr kumimoji="0" lang="en-US" altLang="en-US" sz="1100" b="0" i="0" u="none" strike="noStrike" cap="none" normalizeH="0" baseline="0" dirty="0">
              <a:ln>
                <a:noFill/>
              </a:ln>
              <a:solidFill>
                <a:srgbClr val="FFFFFF"/>
              </a:solidFill>
              <a:effectLst/>
              <a:latin typeface="Calibri" panose="020F0502020204030204" pitchFamily="34" charset="0"/>
              <a:ea typeface="Calibri" panose="020F0502020204030204" pitchFamily="34" charset="0"/>
              <a:cs typeface="Mangal" panose="02040503050203030202" pitchFamily="18" charset="0"/>
            </a:endParaRPr>
          </a:p>
          <a:p>
            <a:pPr marL="457200" marR="0" lvl="1" indent="0" algn="l" defTabSz="914400" rtl="0" eaLnBrk="0" fontAlgn="base" latinLnBrk="0" hangingPunct="0">
              <a:lnSpc>
                <a:spcPct val="100000"/>
              </a:lnSpc>
              <a:spcBef>
                <a:spcPct val="0"/>
              </a:spcBef>
              <a:spcAft>
                <a:spcPct val="0"/>
              </a:spcAft>
              <a:buClrTx/>
              <a:buSzTx/>
              <a:buFont typeface="Symbol" panose="05050102010706020507" pitchFamily="18" charset="2"/>
              <a:buChar char=""/>
              <a:tabLst/>
            </a:pPr>
            <a:r>
              <a:rPr kumimoji="0" lang="en-US" altLang="en-US" sz="1200" b="0"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Dense(64, activation='</a:t>
            </a:r>
            <a:r>
              <a:rPr kumimoji="0" lang="en-US" altLang="en-US" sz="1200" b="0" i="0" u="none" strike="noStrike" cap="none" normalizeH="0" baseline="0" dirty="0" err="1">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relu</a:t>
            </a:r>
            <a:r>
              <a:rPr kumimoji="0" lang="en-US" altLang="en-US" sz="1200" b="0"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a:t>
            </a:r>
            <a:br>
              <a:rPr kumimoji="0" lang="en-US" altLang="en-US" sz="1200" b="0"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br>
            <a:r>
              <a:rPr kumimoji="0" lang="en-US" altLang="en-US" sz="1200" b="0"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 Learns complex patterns</a:t>
            </a:r>
            <a:endParaRPr kumimoji="0" lang="en-US" altLang="en-US" sz="1100" b="0" i="0" u="none" strike="noStrike" cap="none" normalizeH="0" baseline="0" dirty="0">
              <a:ln>
                <a:noFill/>
              </a:ln>
              <a:solidFill>
                <a:srgbClr val="FFFFFF"/>
              </a:solidFill>
              <a:effectLst/>
              <a:latin typeface="Calibri" panose="020F0502020204030204" pitchFamily="34" charset="0"/>
              <a:ea typeface="Calibri" panose="020F0502020204030204" pitchFamily="34" charset="0"/>
              <a:cs typeface="Mangal" panose="02040503050203030202" pitchFamily="18" charset="0"/>
            </a:endParaRPr>
          </a:p>
          <a:p>
            <a:pPr marL="457200" marR="0" lvl="1" indent="0" algn="l" defTabSz="914400" rtl="0" eaLnBrk="0" fontAlgn="base" latinLnBrk="0" hangingPunct="0">
              <a:lnSpc>
                <a:spcPct val="100000"/>
              </a:lnSpc>
              <a:spcBef>
                <a:spcPct val="0"/>
              </a:spcBef>
              <a:spcAft>
                <a:spcPct val="0"/>
              </a:spcAft>
              <a:buClrTx/>
              <a:buSzTx/>
              <a:buFont typeface="Symbol" panose="05050102010706020507" pitchFamily="18" charset="2"/>
              <a:buChar char=""/>
              <a:tabLst/>
            </a:pPr>
            <a:r>
              <a:rPr kumimoji="0" lang="en-US" altLang="en-US" sz="1200" b="0"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Dense(1)</a:t>
            </a:r>
            <a:br>
              <a:rPr kumimoji="0" lang="en-US" altLang="en-US" sz="1200" b="0"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br>
            <a:r>
              <a:rPr kumimoji="0" lang="en-US" altLang="en-US" sz="1200" b="0"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 Regression output (GHI prediction)</a:t>
            </a:r>
            <a:endParaRPr kumimoji="0" lang="en-US" altLang="en-US"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8" name="Rectangle 44">
            <a:extLst>
              <a:ext uri="{FF2B5EF4-FFF2-40B4-BE49-F238E27FC236}">
                <a16:creationId xmlns:a16="http://schemas.microsoft.com/office/drawing/2014/main" id="{C1A3B5E8-6072-E48C-C2EE-2E9354883B28}"/>
              </a:ext>
            </a:extLst>
          </p:cNvPr>
          <p:cNvSpPr>
            <a:spLocks noChangeArrowheads="1"/>
          </p:cNvSpPr>
          <p:nvPr/>
        </p:nvSpPr>
        <p:spPr bwMode="auto">
          <a:xfrm>
            <a:off x="0" y="922338"/>
            <a:ext cx="12192000" cy="7937"/>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49" name="Rectangle 45">
            <a:extLst>
              <a:ext uri="{FF2B5EF4-FFF2-40B4-BE49-F238E27FC236}">
                <a16:creationId xmlns:a16="http://schemas.microsoft.com/office/drawing/2014/main" id="{DA81FD38-EA9C-32F1-267B-6C70768B038D}"/>
              </a:ext>
            </a:extLst>
          </p:cNvPr>
          <p:cNvSpPr>
            <a:spLocks noChangeArrowheads="1"/>
          </p:cNvSpPr>
          <p:nvPr/>
        </p:nvSpPr>
        <p:spPr bwMode="auto">
          <a:xfrm>
            <a:off x="5088367" y="561844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3. Training Configuration</a:t>
            </a:r>
            <a:endParaRPr kumimoji="0" lang="en-US" altLang="en-US"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Loss Function:</a:t>
            </a:r>
            <a:r>
              <a:rPr kumimoji="0" lang="en-US" altLang="en-US" sz="1200" b="0"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 Mean Squared Error (MSE)</a:t>
            </a:r>
            <a:endParaRPr kumimoji="0" lang="en-US" altLang="en-US" sz="1100" b="0" i="0" u="none" strike="noStrike" cap="none" normalizeH="0" baseline="0" dirty="0">
              <a:ln>
                <a:noFill/>
              </a:ln>
              <a:solidFill>
                <a:srgbClr val="FFFFFF"/>
              </a:solidFill>
              <a:effectLst/>
              <a:latin typeface="Calibri" panose="020F0502020204030204" pitchFamily="34" charset="0"/>
              <a:ea typeface="Calibri" panose="020F0502020204030204" pitchFamily="34" charset="0"/>
              <a:cs typeface="Mangal" panose="02040503050203030202"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Optimizer:</a:t>
            </a:r>
            <a:r>
              <a:rPr kumimoji="0" lang="en-US" altLang="en-US" sz="1200" b="0"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 Adam</a:t>
            </a:r>
            <a:endParaRPr kumimoji="0" lang="en-US" altLang="en-US" sz="1100" b="0" i="0" u="none" strike="noStrike" cap="none" normalizeH="0" baseline="0" dirty="0">
              <a:ln>
                <a:noFill/>
              </a:ln>
              <a:solidFill>
                <a:srgbClr val="FFFFFF"/>
              </a:solidFill>
              <a:effectLst/>
              <a:latin typeface="Calibri" panose="020F0502020204030204" pitchFamily="34" charset="0"/>
              <a:ea typeface="Calibri" panose="020F0502020204030204" pitchFamily="34" charset="0"/>
              <a:cs typeface="Mangal" panose="02040503050203030202"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Metrics:</a:t>
            </a:r>
            <a:r>
              <a:rPr kumimoji="0" lang="en-US" altLang="en-US" sz="1200" b="0"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 Mean Absolute Error (MAE)</a:t>
            </a:r>
            <a:endParaRPr kumimoji="0" lang="en-US" altLang="en-US" sz="1100" b="0" i="0" u="none" strike="noStrike" cap="none" normalizeH="0" baseline="0" dirty="0">
              <a:ln>
                <a:noFill/>
              </a:ln>
              <a:solidFill>
                <a:srgbClr val="FFFFFF"/>
              </a:solidFill>
              <a:effectLst/>
              <a:latin typeface="Calibri" panose="020F0502020204030204" pitchFamily="34" charset="0"/>
              <a:ea typeface="Calibri" panose="020F0502020204030204" pitchFamily="34" charset="0"/>
              <a:cs typeface="Mangal" panose="02040503050203030202"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Epochs:</a:t>
            </a:r>
            <a:r>
              <a:rPr kumimoji="0" lang="en-US" altLang="en-US" sz="1200" b="0"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 50</a:t>
            </a:r>
            <a:endParaRPr kumimoji="0" lang="en-US" altLang="en-US" sz="1100" b="0" i="0" u="none" strike="noStrike" cap="none" normalizeH="0" baseline="0" dirty="0">
              <a:ln>
                <a:noFill/>
              </a:ln>
              <a:solidFill>
                <a:srgbClr val="FFFFFF"/>
              </a:solidFill>
              <a:effectLst/>
              <a:latin typeface="Calibri" panose="020F0502020204030204" pitchFamily="34" charset="0"/>
              <a:ea typeface="Calibri" panose="020F0502020204030204" pitchFamily="34" charset="0"/>
              <a:cs typeface="Mangal" panose="02040503050203030202"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Batch Size:</a:t>
            </a:r>
            <a:r>
              <a:rPr kumimoji="0" lang="en-US" altLang="en-US" sz="1200" b="0"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 32</a:t>
            </a:r>
            <a:endParaRPr kumimoji="0" lang="en-US" altLang="en-US" sz="1100" b="0" i="0" u="none" strike="noStrike" cap="none" normalizeH="0" baseline="0" dirty="0">
              <a:ln>
                <a:noFill/>
              </a:ln>
              <a:solidFill>
                <a:srgbClr val="FFFFFF"/>
              </a:solidFill>
              <a:effectLst/>
              <a:latin typeface="Calibri" panose="020F0502020204030204" pitchFamily="34" charset="0"/>
              <a:ea typeface="Calibri" panose="020F0502020204030204" pitchFamily="34" charset="0"/>
              <a:cs typeface="Mangal" panose="02040503050203030202"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Validation Data:</a:t>
            </a:r>
            <a:r>
              <a:rPr kumimoji="0" lang="en-US" altLang="en-US" sz="1200" b="0"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 (</a:t>
            </a:r>
            <a:r>
              <a:rPr kumimoji="0" lang="en-US" altLang="en-US" sz="1200" b="0" i="0" u="none" strike="noStrike" cap="none" normalizeH="0" baseline="0" dirty="0" err="1">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X_test_cnn</a:t>
            </a:r>
            <a:r>
              <a:rPr kumimoji="0" lang="en-US" altLang="en-US" sz="1200" b="0"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 </a:t>
            </a:r>
            <a:r>
              <a:rPr kumimoji="0" lang="en-US" altLang="en-US" sz="1200" b="0" i="0" u="none" strike="noStrike" cap="none" normalizeH="0" baseline="0" dirty="0" err="1">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y_test</a:t>
            </a:r>
            <a:r>
              <a:rPr kumimoji="0" lang="en-US" altLang="en-US" sz="1200" b="0" i="0" u="none" strike="noStrike" cap="none" normalizeH="0" baseline="0" dirty="0">
                <a:ln>
                  <a:noFill/>
                </a:ln>
                <a:solidFill>
                  <a:srgbClr val="FFFFFF"/>
                </a:solidFill>
                <a:effectLst/>
                <a:latin typeface="Calibri" panose="020F0502020204030204" pitchFamily="34" charset="0"/>
                <a:ea typeface="Times New Roman" panose="02020603050405020304" pitchFamily="18" charset="0"/>
                <a:cs typeface="Mangal" panose="02040503050203030202" pitchFamily="18" charset="0"/>
              </a:rPr>
              <a:t>)</a:t>
            </a:r>
            <a:endParaRPr kumimoji="0" lang="en-US" altLang="en-US"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1" name="Picture 50">
            <a:extLst>
              <a:ext uri="{FF2B5EF4-FFF2-40B4-BE49-F238E27FC236}">
                <a16:creationId xmlns:a16="http://schemas.microsoft.com/office/drawing/2014/main" id="{14CF123E-15D4-3D98-3BE7-77EB88FB0B9B}"/>
              </a:ext>
            </a:extLst>
          </p:cNvPr>
          <p:cNvPicPr>
            <a:picLocks noChangeAspect="1"/>
          </p:cNvPicPr>
          <p:nvPr/>
        </p:nvPicPr>
        <p:blipFill>
          <a:blip r:embed="rId2"/>
          <a:stretch>
            <a:fillRect/>
          </a:stretch>
        </p:blipFill>
        <p:spPr>
          <a:xfrm>
            <a:off x="-30758" y="1310593"/>
            <a:ext cx="5119125" cy="3995681"/>
          </a:xfrm>
          <a:prstGeom prst="rect">
            <a:avLst/>
          </a:prstGeom>
        </p:spPr>
      </p:pic>
    </p:spTree>
    <p:extLst>
      <p:ext uri="{BB962C8B-B14F-4D97-AF65-F5344CB8AC3E}">
        <p14:creationId xmlns:p14="http://schemas.microsoft.com/office/powerpoint/2010/main" val="35869641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55FE4-BB1C-9034-C6DB-815F092B7FF6}"/>
              </a:ext>
            </a:extLst>
          </p:cNvPr>
          <p:cNvSpPr>
            <a:spLocks noGrp="1"/>
          </p:cNvSpPr>
          <p:nvPr>
            <p:ph type="title"/>
          </p:nvPr>
        </p:nvSpPr>
        <p:spPr>
          <a:xfrm>
            <a:off x="5998464" y="731520"/>
            <a:ext cx="4183649" cy="1043492"/>
          </a:xfrm>
        </p:spPr>
        <p:txBody>
          <a:bodyPr>
            <a:normAutofit fontScale="90000"/>
          </a:bodyPr>
          <a:lstStyle/>
          <a:p>
            <a:r>
              <a:rPr lang="en-IN" dirty="0"/>
              <a:t>Final Comparison</a:t>
            </a:r>
          </a:p>
        </p:txBody>
      </p:sp>
      <p:sp>
        <p:nvSpPr>
          <p:cNvPr id="3" name="Text Placeholder 2">
            <a:extLst>
              <a:ext uri="{FF2B5EF4-FFF2-40B4-BE49-F238E27FC236}">
                <a16:creationId xmlns:a16="http://schemas.microsoft.com/office/drawing/2014/main" id="{35706850-BBB0-2164-FAB0-0BBD09718728}"/>
              </a:ext>
            </a:extLst>
          </p:cNvPr>
          <p:cNvSpPr>
            <a:spLocks noGrp="1"/>
          </p:cNvSpPr>
          <p:nvPr>
            <p:ph type="body" sz="quarter" idx="28"/>
          </p:nvPr>
        </p:nvSpPr>
        <p:spPr/>
        <p:txBody>
          <a:bodyPr/>
          <a:lstStyle/>
          <a:p>
            <a:endParaRPr lang="en-IN" dirty="0"/>
          </a:p>
        </p:txBody>
      </p:sp>
      <p:pic>
        <p:nvPicPr>
          <p:cNvPr id="5" name="Picture 4">
            <a:extLst>
              <a:ext uri="{FF2B5EF4-FFF2-40B4-BE49-F238E27FC236}">
                <a16:creationId xmlns:a16="http://schemas.microsoft.com/office/drawing/2014/main" id="{58F32D18-3CE3-C040-AE6F-9D5CB39520FA}"/>
              </a:ext>
            </a:extLst>
          </p:cNvPr>
          <p:cNvPicPr>
            <a:picLocks noChangeAspect="1"/>
          </p:cNvPicPr>
          <p:nvPr/>
        </p:nvPicPr>
        <p:blipFill>
          <a:blip r:embed="rId2"/>
          <a:stretch>
            <a:fillRect/>
          </a:stretch>
        </p:blipFill>
        <p:spPr>
          <a:xfrm>
            <a:off x="5758962" y="2111415"/>
            <a:ext cx="4791744" cy="1724266"/>
          </a:xfrm>
          <a:prstGeom prst="rect">
            <a:avLst/>
          </a:prstGeom>
        </p:spPr>
      </p:pic>
      <p:pic>
        <p:nvPicPr>
          <p:cNvPr id="7" name="Picture 6">
            <a:extLst>
              <a:ext uri="{FF2B5EF4-FFF2-40B4-BE49-F238E27FC236}">
                <a16:creationId xmlns:a16="http://schemas.microsoft.com/office/drawing/2014/main" id="{1A09D6A3-F361-0700-B40C-806BDAAC55C5}"/>
              </a:ext>
            </a:extLst>
          </p:cNvPr>
          <p:cNvPicPr>
            <a:picLocks noChangeAspect="1"/>
          </p:cNvPicPr>
          <p:nvPr/>
        </p:nvPicPr>
        <p:blipFill>
          <a:blip r:embed="rId3"/>
          <a:stretch>
            <a:fillRect/>
          </a:stretch>
        </p:blipFill>
        <p:spPr>
          <a:xfrm>
            <a:off x="381896" y="2023771"/>
            <a:ext cx="5141176" cy="3274369"/>
          </a:xfrm>
          <a:prstGeom prst="rect">
            <a:avLst/>
          </a:prstGeom>
        </p:spPr>
      </p:pic>
    </p:spTree>
    <p:extLst>
      <p:ext uri="{BB962C8B-B14F-4D97-AF65-F5344CB8AC3E}">
        <p14:creationId xmlns:p14="http://schemas.microsoft.com/office/powerpoint/2010/main" val="30645428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a:xfrm>
            <a:off x="6035040" y="731520"/>
            <a:ext cx="5394960" cy="2103120"/>
          </a:xfrm>
        </p:spPr>
        <p:txBody>
          <a:bodyPr/>
          <a:lstStyle/>
          <a:p>
            <a:r>
              <a:rPr lang="en-US" dirty="0"/>
              <a:t>Thank you</a:t>
            </a:r>
          </a:p>
        </p:txBody>
      </p:sp>
    </p:spTree>
    <p:extLst>
      <p:ext uri="{BB962C8B-B14F-4D97-AF65-F5344CB8AC3E}">
        <p14:creationId xmlns:p14="http://schemas.microsoft.com/office/powerpoint/2010/main" val="529279411"/>
      </p:ext>
    </p:extLst>
  </p:cSld>
  <p:clrMapOvr>
    <a:masterClrMapping/>
  </p:clrMapOvr>
</p:sld>
</file>

<file path=ppt/theme/theme1.xml><?xml version="1.0" encoding="utf-8"?>
<a:theme xmlns:a="http://schemas.openxmlformats.org/drawingml/2006/main" name="Custom">
  <a:themeElements>
    <a:clrScheme name="Custom 7">
      <a:dk1>
        <a:srgbClr val="000000"/>
      </a:dk1>
      <a:lt1>
        <a:srgbClr val="FFFFFF"/>
      </a:lt1>
      <a:dk2>
        <a:srgbClr val="0F253E"/>
      </a:dk2>
      <a:lt2>
        <a:srgbClr val="E7E6E6"/>
      </a:lt2>
      <a:accent1>
        <a:srgbClr val="4472C4"/>
      </a:accent1>
      <a:accent2>
        <a:srgbClr val="B83903"/>
      </a:accent2>
      <a:accent3>
        <a:srgbClr val="75262A"/>
      </a:accent3>
      <a:accent4>
        <a:srgbClr val="F79320"/>
      </a:accent4>
      <a:accent5>
        <a:srgbClr val="44668D"/>
      </a:accent5>
      <a:accent6>
        <a:srgbClr val="0F253E"/>
      </a:accent6>
      <a:hlink>
        <a:srgbClr val="AEC0D9"/>
      </a:hlink>
      <a:folHlink>
        <a:srgbClr val="B83903"/>
      </a:folHlink>
    </a:clrScheme>
    <a:fontScheme name="Custom 16">
      <a:majorFont>
        <a:latin typeface="Posterama"/>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TM9027928_win32_EF_v4" id="{FA821E7E-D625-4DCD-A30E-3216B54C8383}" vid="{DE28BE6C-8054-44B2-A92D-A1CAFC256BD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8DB3C62-858A-4A01-AFEF-21E0BB8CE26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79897CAE-455D-42C9-A951-0C21BC1225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0009351-EDD4-484E-ACD6-D50CCB137637}">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Hexagon presentation dark</Template>
  <TotalTime>138</TotalTime>
  <Words>640</Words>
  <Application>Microsoft Office PowerPoint</Application>
  <PresentationFormat>Widescreen</PresentationFormat>
  <Paragraphs>88</Paragraphs>
  <Slides>11</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vt:i4>
      </vt:variant>
    </vt:vector>
  </HeadingPairs>
  <TitlesOfParts>
    <vt:vector size="21" baseType="lpstr">
      <vt:lpstr>Abadi</vt:lpstr>
      <vt:lpstr>Arial</vt:lpstr>
      <vt:lpstr>Calibri</vt:lpstr>
      <vt:lpstr>Courier New</vt:lpstr>
      <vt:lpstr>等线</vt:lpstr>
      <vt:lpstr>Posterama</vt:lpstr>
      <vt:lpstr>Posterama Text SemiBold</vt:lpstr>
      <vt:lpstr>Symbol</vt:lpstr>
      <vt:lpstr>Times New Roman</vt:lpstr>
      <vt:lpstr>Custom</vt:lpstr>
      <vt:lpstr>      Solar Power         Forecasting Using Neural Networks  </vt:lpstr>
      <vt:lpstr>Introduction</vt:lpstr>
      <vt:lpstr>Dataset</vt:lpstr>
      <vt:lpstr>Methodology</vt:lpstr>
      <vt:lpstr>PowerPoint Presentation</vt:lpstr>
      <vt:lpstr>Model Architecture </vt:lpstr>
      <vt:lpstr>RNN Model Architecture for GHI Prediction</vt:lpstr>
      <vt:lpstr>LSTM Model Architecture </vt:lpstr>
      <vt:lpstr>1D CNN Model Architecture</vt:lpstr>
      <vt:lpstr>Final Comparison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Solar Power         Forecasting Using Neural Networks  </dc:title>
  <dc:creator>Daksh Billa</dc:creator>
  <cp:lastModifiedBy>Vipul .</cp:lastModifiedBy>
  <cp:revision>5</cp:revision>
  <dcterms:created xsi:type="dcterms:W3CDTF">2025-04-01T16:24:44Z</dcterms:created>
  <dcterms:modified xsi:type="dcterms:W3CDTF">2025-11-19T17:19:01Z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